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3" r:id="rId4"/>
    <p:sldId id="261" r:id="rId5"/>
    <p:sldId id="264" r:id="rId6"/>
    <p:sldId id="262" r:id="rId7"/>
    <p:sldId id="265" r:id="rId8"/>
    <p:sldId id="258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  <a:srgbClr val="D3B5E9"/>
    <a:srgbClr val="3C1A56"/>
    <a:srgbClr val="FC04A9"/>
    <a:srgbClr val="ACCCEA"/>
    <a:srgbClr val="C7DDF1"/>
    <a:srgbClr val="A6C9E8"/>
    <a:srgbClr val="BD9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39DF3-0036-4349-A34B-D63B5AD721D9}" v="18" dt="2024-10-11T23:59:04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714" autoAdjust="0"/>
  </p:normalViewPr>
  <p:slideViewPr>
    <p:cSldViewPr snapToGrid="0">
      <p:cViewPr varScale="1">
        <p:scale>
          <a:sx n="86" d="100"/>
          <a:sy n="86" d="100"/>
        </p:scale>
        <p:origin x="73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陽樹 安原" userId="2049e2e6b5efa4b1" providerId="LiveId" clId="{06939DF3-0036-4349-A34B-D63B5AD721D9}"/>
    <pc:docChg chg="undo custSel addSld modSld">
      <pc:chgData name="陽樹 安原" userId="2049e2e6b5efa4b1" providerId="LiveId" clId="{06939DF3-0036-4349-A34B-D63B5AD721D9}" dt="2024-10-12T00:08:33.447" v="507" actId="20577"/>
      <pc:docMkLst>
        <pc:docMk/>
      </pc:docMkLst>
      <pc:sldChg chg="addSp delSp modSp mod">
        <pc:chgData name="陽樹 安原" userId="2049e2e6b5efa4b1" providerId="LiveId" clId="{06939DF3-0036-4349-A34B-D63B5AD721D9}" dt="2024-10-12T00:08:33.447" v="507" actId="20577"/>
        <pc:sldMkLst>
          <pc:docMk/>
          <pc:sldMk cId="3722910762" sldId="256"/>
        </pc:sldMkLst>
        <pc:spChg chg="add mod">
          <ac:chgData name="陽樹 安原" userId="2049e2e6b5efa4b1" providerId="LiveId" clId="{06939DF3-0036-4349-A34B-D63B5AD721D9}" dt="2024-10-11T23:31:39.315" v="152" actId="208"/>
          <ac:spMkLst>
            <pc:docMk/>
            <pc:sldMk cId="3722910762" sldId="256"/>
            <ac:spMk id="2" creationId="{A426318E-2D12-86B0-5E81-EB5EFB3D43B4}"/>
          </ac:spMkLst>
        </pc:spChg>
        <pc:spChg chg="del">
          <ac:chgData name="陽樹 安原" userId="2049e2e6b5efa4b1" providerId="LiveId" clId="{06939DF3-0036-4349-A34B-D63B5AD721D9}" dt="2024-10-11T23:23:14.551" v="30" actId="478"/>
          <ac:spMkLst>
            <pc:docMk/>
            <pc:sldMk cId="3722910762" sldId="256"/>
            <ac:spMk id="4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15:13.557" v="20" actId="20577"/>
          <ac:spMkLst>
            <pc:docMk/>
            <pc:sldMk cId="3722910762" sldId="256"/>
            <ac:spMk id="11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05:21.620" v="17" actId="20577"/>
          <ac:spMkLst>
            <pc:docMk/>
            <pc:sldMk cId="3722910762" sldId="256"/>
            <ac:spMk id="46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16:45.553" v="21" actId="20577"/>
          <ac:spMkLst>
            <pc:docMk/>
            <pc:sldMk cId="3722910762" sldId="256"/>
            <ac:spMk id="48" creationId="{00000000-0000-0000-0000-000000000000}"/>
          </ac:spMkLst>
        </pc:spChg>
        <pc:spChg chg="mod">
          <ac:chgData name="陽樹 安原" userId="2049e2e6b5efa4b1" providerId="LiveId" clId="{06939DF3-0036-4349-A34B-D63B5AD721D9}" dt="2024-10-12T00:08:33.447" v="507" actId="20577"/>
          <ac:spMkLst>
            <pc:docMk/>
            <pc:sldMk cId="3722910762" sldId="256"/>
            <ac:spMk id="49" creationId="{00000000-0000-0000-0000-000000000000}"/>
          </ac:spMkLst>
        </pc:spChg>
      </pc:sldChg>
      <pc:sldChg chg="addSp modSp mod">
        <pc:chgData name="陽樹 安原" userId="2049e2e6b5efa4b1" providerId="LiveId" clId="{06939DF3-0036-4349-A34B-D63B5AD721D9}" dt="2024-10-11T23:22:59.821" v="29" actId="1076"/>
        <pc:sldMkLst>
          <pc:docMk/>
          <pc:sldMk cId="1620757288" sldId="259"/>
        </pc:sldMkLst>
        <pc:spChg chg="mod">
          <ac:chgData name="陽樹 安原" userId="2049e2e6b5efa4b1" providerId="LiveId" clId="{06939DF3-0036-4349-A34B-D63B5AD721D9}" dt="2024-10-11T23:22:41.558" v="27" actId="164"/>
          <ac:spMkLst>
            <pc:docMk/>
            <pc:sldMk cId="1620757288" sldId="259"/>
            <ac:spMk id="15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22:41.558" v="27" actId="164"/>
          <ac:spMkLst>
            <pc:docMk/>
            <pc:sldMk cId="1620757288" sldId="259"/>
            <ac:spMk id="16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22:41.558" v="27" actId="164"/>
          <ac:spMkLst>
            <pc:docMk/>
            <pc:sldMk cId="1620757288" sldId="259"/>
            <ac:spMk id="17" creationId="{00000000-0000-0000-0000-000000000000}"/>
          </ac:spMkLst>
        </pc:spChg>
        <pc:grpChg chg="add mod">
          <ac:chgData name="陽樹 安原" userId="2049e2e6b5efa4b1" providerId="LiveId" clId="{06939DF3-0036-4349-A34B-D63B5AD721D9}" dt="2024-10-11T23:22:59.821" v="29" actId="1076"/>
          <ac:grpSpMkLst>
            <pc:docMk/>
            <pc:sldMk cId="1620757288" sldId="259"/>
            <ac:grpSpMk id="18" creationId="{B48ACB24-04BB-64DC-659D-B50030D6FEA6}"/>
          </ac:grpSpMkLst>
        </pc:grpChg>
      </pc:sldChg>
      <pc:sldChg chg="addSp modSp mod">
        <pc:chgData name="陽樹 安原" userId="2049e2e6b5efa4b1" providerId="LiveId" clId="{06939DF3-0036-4349-A34B-D63B5AD721D9}" dt="2024-10-11T23:36:18.328" v="217"/>
        <pc:sldMkLst>
          <pc:docMk/>
          <pc:sldMk cId="4221512362" sldId="262"/>
        </pc:sldMkLst>
        <pc:spChg chg="mod">
          <ac:chgData name="陽樹 安原" userId="2049e2e6b5efa4b1" providerId="LiveId" clId="{06939DF3-0036-4349-A34B-D63B5AD721D9}" dt="2024-10-11T23:34:17.253" v="163" actId="20577"/>
          <ac:spMkLst>
            <pc:docMk/>
            <pc:sldMk cId="4221512362" sldId="262"/>
            <ac:spMk id="2" creationId="{00000000-0000-0000-0000-000000000000}"/>
          </ac:spMkLst>
        </pc:spChg>
        <pc:spChg chg="mod">
          <ac:chgData name="陽樹 安原" userId="2049e2e6b5efa4b1" providerId="LiveId" clId="{06939DF3-0036-4349-A34B-D63B5AD721D9}" dt="2024-10-11T23:36:18.328" v="217"/>
          <ac:spMkLst>
            <pc:docMk/>
            <pc:sldMk cId="4221512362" sldId="262"/>
            <ac:spMk id="26" creationId="{93FCAE48-0F17-E739-9737-9BCA5E95B495}"/>
          </ac:spMkLst>
        </pc:spChg>
        <pc:spChg chg="mod">
          <ac:chgData name="陽樹 安原" userId="2049e2e6b5efa4b1" providerId="LiveId" clId="{06939DF3-0036-4349-A34B-D63B5AD721D9}" dt="2024-10-11T23:36:18.328" v="217"/>
          <ac:spMkLst>
            <pc:docMk/>
            <pc:sldMk cId="4221512362" sldId="262"/>
            <ac:spMk id="27" creationId="{A528F4F8-C4CF-3F0E-1635-B3CC7AA4104D}"/>
          </ac:spMkLst>
        </pc:spChg>
        <pc:spChg chg="mod">
          <ac:chgData name="陽樹 安原" userId="2049e2e6b5efa4b1" providerId="LiveId" clId="{06939DF3-0036-4349-A34B-D63B5AD721D9}" dt="2024-10-11T23:36:18.328" v="217"/>
          <ac:spMkLst>
            <pc:docMk/>
            <pc:sldMk cId="4221512362" sldId="262"/>
            <ac:spMk id="28" creationId="{1DBBDFEA-A1EF-C6D3-CC37-6351DF7EDBFF}"/>
          </ac:spMkLst>
        </pc:spChg>
        <pc:spChg chg="mod">
          <ac:chgData name="陽樹 安原" userId="2049e2e6b5efa4b1" providerId="LiveId" clId="{06939DF3-0036-4349-A34B-D63B5AD721D9}" dt="2024-10-11T23:36:18.328" v="217"/>
          <ac:spMkLst>
            <pc:docMk/>
            <pc:sldMk cId="4221512362" sldId="262"/>
            <ac:spMk id="29" creationId="{3648D44A-1430-5713-C042-8F2A3BB5E2B9}"/>
          </ac:spMkLst>
        </pc:spChg>
        <pc:grpChg chg="add mod">
          <ac:chgData name="陽樹 安原" userId="2049e2e6b5efa4b1" providerId="LiveId" clId="{06939DF3-0036-4349-A34B-D63B5AD721D9}" dt="2024-10-11T23:36:18.328" v="217"/>
          <ac:grpSpMkLst>
            <pc:docMk/>
            <pc:sldMk cId="4221512362" sldId="262"/>
            <ac:grpSpMk id="23" creationId="{BD6FA1E7-B36B-D977-F44C-E1F1704CEF58}"/>
          </ac:grpSpMkLst>
        </pc:grpChg>
        <pc:grpChg chg="mod">
          <ac:chgData name="陽樹 安原" userId="2049e2e6b5efa4b1" providerId="LiveId" clId="{06939DF3-0036-4349-A34B-D63B5AD721D9}" dt="2024-10-11T23:36:18.328" v="217"/>
          <ac:grpSpMkLst>
            <pc:docMk/>
            <pc:sldMk cId="4221512362" sldId="262"/>
            <ac:grpSpMk id="24" creationId="{CDD13603-24AC-55DC-6DAA-148085263941}"/>
          </ac:grpSpMkLst>
        </pc:grpChg>
        <pc:grpChg chg="mod">
          <ac:chgData name="陽樹 安原" userId="2049e2e6b5efa4b1" providerId="LiveId" clId="{06939DF3-0036-4349-A34B-D63B5AD721D9}" dt="2024-10-11T23:36:18.328" v="217"/>
          <ac:grpSpMkLst>
            <pc:docMk/>
            <pc:sldMk cId="4221512362" sldId="262"/>
            <ac:grpSpMk id="25" creationId="{8622C7A6-C507-C359-7DF7-A1797C825D85}"/>
          </ac:grpSpMkLst>
        </pc:grpChg>
      </pc:sldChg>
      <pc:sldChg chg="addSp delSp modSp mod">
        <pc:chgData name="陽樹 安原" userId="2049e2e6b5efa4b1" providerId="LiveId" clId="{06939DF3-0036-4349-A34B-D63B5AD721D9}" dt="2024-10-12T00:07:57.302" v="476" actId="478"/>
        <pc:sldMkLst>
          <pc:docMk/>
          <pc:sldMk cId="616317522" sldId="263"/>
        </pc:sldMkLst>
        <pc:spChg chg="add del mod">
          <ac:chgData name="陽樹 安原" userId="2049e2e6b5efa4b1" providerId="LiveId" clId="{06939DF3-0036-4349-A34B-D63B5AD721D9}" dt="2024-10-11T23:54:17.709" v="279" actId="478"/>
          <ac:spMkLst>
            <pc:docMk/>
            <pc:sldMk cId="616317522" sldId="263"/>
            <ac:spMk id="3" creationId="{9DAB36C9-798C-EE5D-04D5-088E7E9AF710}"/>
          </ac:spMkLst>
        </pc:spChg>
        <pc:spChg chg="add mod">
          <ac:chgData name="陽樹 安原" userId="2049e2e6b5efa4b1" providerId="LiveId" clId="{06939DF3-0036-4349-A34B-D63B5AD721D9}" dt="2024-10-11T23:57:26.089" v="287" actId="1076"/>
          <ac:spMkLst>
            <pc:docMk/>
            <pc:sldMk cId="616317522" sldId="263"/>
            <ac:spMk id="67" creationId="{B989E753-4D57-161F-05EB-B2967F8E35D6}"/>
          </ac:spMkLst>
        </pc:spChg>
        <pc:spChg chg="add mod">
          <ac:chgData name="陽樹 安原" userId="2049e2e6b5efa4b1" providerId="LiveId" clId="{06939DF3-0036-4349-A34B-D63B5AD721D9}" dt="2024-10-11T23:57:40.460" v="295" actId="1076"/>
          <ac:spMkLst>
            <pc:docMk/>
            <pc:sldMk cId="616317522" sldId="263"/>
            <ac:spMk id="68" creationId="{62C6C024-E101-5FB8-32D5-DA2E7A0E1AC1}"/>
          </ac:spMkLst>
        </pc:spChg>
        <pc:spChg chg="add mod">
          <ac:chgData name="陽樹 安原" userId="2049e2e6b5efa4b1" providerId="LiveId" clId="{06939DF3-0036-4349-A34B-D63B5AD721D9}" dt="2024-10-11T23:58:45.149" v="299" actId="1076"/>
          <ac:spMkLst>
            <pc:docMk/>
            <pc:sldMk cId="616317522" sldId="263"/>
            <ac:spMk id="69" creationId="{32E23A42-5460-EEF5-423A-7D6970D0FB5A}"/>
          </ac:spMkLst>
        </pc:spChg>
        <pc:spChg chg="add mod">
          <ac:chgData name="陽樹 安原" userId="2049e2e6b5efa4b1" providerId="LiveId" clId="{06939DF3-0036-4349-A34B-D63B5AD721D9}" dt="2024-10-11T23:57:42.380" v="296" actId="1076"/>
          <ac:spMkLst>
            <pc:docMk/>
            <pc:sldMk cId="616317522" sldId="263"/>
            <ac:spMk id="139" creationId="{A729652C-180B-9354-2EE8-1C5D558C993B}"/>
          </ac:spMkLst>
        </pc:spChg>
        <pc:spChg chg="add mod">
          <ac:chgData name="陽樹 安原" userId="2049e2e6b5efa4b1" providerId="LiveId" clId="{06939DF3-0036-4349-A34B-D63B5AD721D9}" dt="2024-10-11T23:59:36.324" v="310" actId="1076"/>
          <ac:spMkLst>
            <pc:docMk/>
            <pc:sldMk cId="616317522" sldId="263"/>
            <ac:spMk id="140" creationId="{8A3FDCBF-6457-4084-D56E-5CEC68444BAC}"/>
          </ac:spMkLst>
        </pc:spChg>
        <pc:spChg chg="add del mod ord">
          <ac:chgData name="陽樹 安原" userId="2049e2e6b5efa4b1" providerId="LiveId" clId="{06939DF3-0036-4349-A34B-D63B5AD721D9}" dt="2024-10-12T00:07:57.302" v="476" actId="478"/>
          <ac:spMkLst>
            <pc:docMk/>
            <pc:sldMk cId="616317522" sldId="263"/>
            <ac:spMk id="141" creationId="{D4FAF3B1-CF11-ED9C-D44B-7BF45F530A25}"/>
          </ac:spMkLst>
        </pc:spChg>
        <pc:grpChg chg="mod ord">
          <ac:chgData name="陽樹 安原" userId="2049e2e6b5efa4b1" providerId="LiveId" clId="{06939DF3-0036-4349-A34B-D63B5AD721D9}" dt="2024-10-12T00:05:41.549" v="469" actId="1076"/>
          <ac:grpSpMkLst>
            <pc:docMk/>
            <pc:sldMk cId="616317522" sldId="263"/>
            <ac:grpSpMk id="65" creationId="{00000000-0000-0000-0000-000000000000}"/>
          </ac:grpSpMkLst>
        </pc:grpChg>
        <pc:grpChg chg="mod">
          <ac:chgData name="陽樹 安原" userId="2049e2e6b5efa4b1" providerId="LiveId" clId="{06939DF3-0036-4349-A34B-D63B5AD721D9}" dt="2024-10-11T23:21:19.543" v="24" actId="1076"/>
          <ac:grpSpMkLst>
            <pc:docMk/>
            <pc:sldMk cId="616317522" sldId="263"/>
            <ac:grpSpMk id="66" creationId="{00000000-0000-0000-0000-000000000000}"/>
          </ac:grpSpMkLst>
        </pc:grpChg>
      </pc:sldChg>
      <pc:sldChg chg="addSp delSp modSp new mod">
        <pc:chgData name="陽樹 安原" userId="2049e2e6b5efa4b1" providerId="LiveId" clId="{06939DF3-0036-4349-A34B-D63B5AD721D9}" dt="2024-10-11T23:37:23.986" v="233" actId="166"/>
        <pc:sldMkLst>
          <pc:docMk/>
          <pc:sldMk cId="1788512462" sldId="265"/>
        </pc:sldMkLst>
        <pc:spChg chg="del">
          <ac:chgData name="陽樹 安原" userId="2049e2e6b5efa4b1" providerId="LiveId" clId="{06939DF3-0036-4349-A34B-D63B5AD721D9}" dt="2024-10-11T23:32:55.572" v="154" actId="478"/>
          <ac:spMkLst>
            <pc:docMk/>
            <pc:sldMk cId="1788512462" sldId="265"/>
            <ac:spMk id="2" creationId="{2948F051-D061-0A99-CF10-9A2FF5E2B0FF}"/>
          </ac:spMkLst>
        </pc:spChg>
        <pc:spChg chg="del">
          <ac:chgData name="陽樹 安原" userId="2049e2e6b5efa4b1" providerId="LiveId" clId="{06939DF3-0036-4349-A34B-D63B5AD721D9}" dt="2024-10-11T23:32:55.572" v="154" actId="478"/>
          <ac:spMkLst>
            <pc:docMk/>
            <pc:sldMk cId="1788512462" sldId="265"/>
            <ac:spMk id="3" creationId="{AFCAC9E0-4178-AF09-CE19-EF6065FEE97F}"/>
          </ac:spMkLst>
        </pc:spChg>
        <pc:spChg chg="add mod">
          <ac:chgData name="陽樹 安原" userId="2049e2e6b5efa4b1" providerId="LiveId" clId="{06939DF3-0036-4349-A34B-D63B5AD721D9}" dt="2024-10-11T23:34:02.929" v="161" actId="14100"/>
          <ac:spMkLst>
            <pc:docMk/>
            <pc:sldMk cId="1788512462" sldId="265"/>
            <ac:spMk id="4" creationId="{E105315B-669C-D905-4B4A-87889586AFBC}"/>
          </ac:spMkLst>
        </pc:spChg>
        <pc:spChg chg="add mod">
          <ac:chgData name="陽樹 安原" userId="2049e2e6b5efa4b1" providerId="LiveId" clId="{06939DF3-0036-4349-A34B-D63B5AD721D9}" dt="2024-10-11T23:35:21.452" v="177" actId="1036"/>
          <ac:spMkLst>
            <pc:docMk/>
            <pc:sldMk cId="1788512462" sldId="265"/>
            <ac:spMk id="5" creationId="{D915C650-493B-17F9-FD75-A7026BA03B81}"/>
          </ac:spMkLst>
        </pc:spChg>
        <pc:spChg chg="add mod">
          <ac:chgData name="陽樹 安原" userId="2049e2e6b5efa4b1" providerId="LiveId" clId="{06939DF3-0036-4349-A34B-D63B5AD721D9}" dt="2024-10-11T23:34:54.462" v="169" actId="1076"/>
          <ac:spMkLst>
            <pc:docMk/>
            <pc:sldMk cId="1788512462" sldId="265"/>
            <ac:spMk id="6" creationId="{FF3D0CC9-DAAA-AF26-F890-1D009379C14E}"/>
          </ac:spMkLst>
        </pc:spChg>
        <pc:spChg chg="add mod">
          <ac:chgData name="陽樹 安原" userId="2049e2e6b5efa4b1" providerId="LiveId" clId="{06939DF3-0036-4349-A34B-D63B5AD721D9}" dt="2024-10-11T23:35:07.105" v="173" actId="14100"/>
          <ac:spMkLst>
            <pc:docMk/>
            <pc:sldMk cId="1788512462" sldId="265"/>
            <ac:spMk id="7" creationId="{166809C4-B32C-BDC0-977E-E316CE649562}"/>
          </ac:spMkLst>
        </pc:spChg>
        <pc:spChg chg="add mod">
          <ac:chgData name="陽樹 安原" userId="2049e2e6b5efa4b1" providerId="LiveId" clId="{06939DF3-0036-4349-A34B-D63B5AD721D9}" dt="2024-10-11T23:35:15.920" v="175" actId="1076"/>
          <ac:spMkLst>
            <pc:docMk/>
            <pc:sldMk cId="1788512462" sldId="265"/>
            <ac:spMk id="8" creationId="{48903638-B6FB-B550-D6D5-833B59F4699E}"/>
          </ac:spMkLst>
        </pc:spChg>
        <pc:spChg chg="mod">
          <ac:chgData name="陽樹 安原" userId="2049e2e6b5efa4b1" providerId="LiveId" clId="{06939DF3-0036-4349-A34B-D63B5AD721D9}" dt="2024-10-11T23:35:33.312" v="178"/>
          <ac:spMkLst>
            <pc:docMk/>
            <pc:sldMk cId="1788512462" sldId="265"/>
            <ac:spMk id="10" creationId="{47CD23F2-A15F-6BA7-338E-62A22DCEC914}"/>
          </ac:spMkLst>
        </pc:spChg>
        <pc:spChg chg="mod">
          <ac:chgData name="陽樹 安原" userId="2049e2e6b5efa4b1" providerId="LiveId" clId="{06939DF3-0036-4349-A34B-D63B5AD721D9}" dt="2024-10-11T23:35:33.312" v="178"/>
          <ac:spMkLst>
            <pc:docMk/>
            <pc:sldMk cId="1788512462" sldId="265"/>
            <ac:spMk id="11" creationId="{605E9045-921A-9D23-2258-8D9FAED8B502}"/>
          </ac:spMkLst>
        </pc:spChg>
        <pc:spChg chg="mod">
          <ac:chgData name="陽樹 安原" userId="2049e2e6b5efa4b1" providerId="LiveId" clId="{06939DF3-0036-4349-A34B-D63B5AD721D9}" dt="2024-10-11T23:35:33.312" v="178"/>
          <ac:spMkLst>
            <pc:docMk/>
            <pc:sldMk cId="1788512462" sldId="265"/>
            <ac:spMk id="12" creationId="{9256CA36-C849-DC5D-A084-40E4935604DE}"/>
          </ac:spMkLst>
        </pc:spChg>
        <pc:spChg chg="mod">
          <ac:chgData name="陽樹 安原" userId="2049e2e6b5efa4b1" providerId="LiveId" clId="{06939DF3-0036-4349-A34B-D63B5AD721D9}" dt="2024-10-11T23:35:41.047" v="179"/>
          <ac:spMkLst>
            <pc:docMk/>
            <pc:sldMk cId="1788512462" sldId="265"/>
            <ac:spMk id="14" creationId="{6A18B533-0F9B-9579-1AC4-C7C719226A46}"/>
          </ac:spMkLst>
        </pc:spChg>
        <pc:spChg chg="mod">
          <ac:chgData name="陽樹 安原" userId="2049e2e6b5efa4b1" providerId="LiveId" clId="{06939DF3-0036-4349-A34B-D63B5AD721D9}" dt="2024-10-11T23:35:41.047" v="179"/>
          <ac:spMkLst>
            <pc:docMk/>
            <pc:sldMk cId="1788512462" sldId="265"/>
            <ac:spMk id="15" creationId="{36C02499-8BD1-5725-127B-2374F31C1E72}"/>
          </ac:spMkLst>
        </pc:spChg>
        <pc:spChg chg="mod">
          <ac:chgData name="陽樹 安原" userId="2049e2e6b5efa4b1" providerId="LiveId" clId="{06939DF3-0036-4349-A34B-D63B5AD721D9}" dt="2024-10-11T23:35:41.047" v="179"/>
          <ac:spMkLst>
            <pc:docMk/>
            <pc:sldMk cId="1788512462" sldId="265"/>
            <ac:spMk id="16" creationId="{D5EB88E3-3252-2037-F435-DF38E945B04F}"/>
          </ac:spMkLst>
        </pc:spChg>
        <pc:spChg chg="add mod">
          <ac:chgData name="陽樹 安原" userId="2049e2e6b5efa4b1" providerId="LiveId" clId="{06939DF3-0036-4349-A34B-D63B5AD721D9}" dt="2024-10-11T23:35:59.365" v="214" actId="1037"/>
          <ac:spMkLst>
            <pc:docMk/>
            <pc:sldMk cId="1788512462" sldId="265"/>
            <ac:spMk id="17" creationId="{725E43F9-9626-20C6-1660-7225FF997B14}"/>
          </ac:spMkLst>
        </pc:spChg>
        <pc:spChg chg="add mod">
          <ac:chgData name="陽樹 安原" userId="2049e2e6b5efa4b1" providerId="LiveId" clId="{06939DF3-0036-4349-A34B-D63B5AD721D9}" dt="2024-10-11T23:35:59.365" v="214" actId="1037"/>
          <ac:spMkLst>
            <pc:docMk/>
            <pc:sldMk cId="1788512462" sldId="265"/>
            <ac:spMk id="18" creationId="{3C75F028-8111-D9D0-8CF2-340E6E8DF44F}"/>
          </ac:spMkLst>
        </pc:spChg>
        <pc:spChg chg="mod">
          <ac:chgData name="陽樹 安原" userId="2049e2e6b5efa4b1" providerId="LiveId" clId="{06939DF3-0036-4349-A34B-D63B5AD721D9}" dt="2024-10-11T23:36:04.928" v="215"/>
          <ac:spMkLst>
            <pc:docMk/>
            <pc:sldMk cId="1788512462" sldId="265"/>
            <ac:spMk id="20" creationId="{3D577E04-4326-A3C2-0FB6-3C65417157A0}"/>
          </ac:spMkLst>
        </pc:spChg>
        <pc:spChg chg="mod">
          <ac:chgData name="陽樹 安原" userId="2049e2e6b5efa4b1" providerId="LiveId" clId="{06939DF3-0036-4349-A34B-D63B5AD721D9}" dt="2024-10-11T23:36:04.928" v="215"/>
          <ac:spMkLst>
            <pc:docMk/>
            <pc:sldMk cId="1788512462" sldId="265"/>
            <ac:spMk id="21" creationId="{E4DF5DE2-F342-2E5D-E344-EF3276EDE6C5}"/>
          </ac:spMkLst>
        </pc:spChg>
        <pc:spChg chg="mod">
          <ac:chgData name="陽樹 安原" userId="2049e2e6b5efa4b1" providerId="LiveId" clId="{06939DF3-0036-4349-A34B-D63B5AD721D9}" dt="2024-10-11T23:36:04.928" v="215"/>
          <ac:spMkLst>
            <pc:docMk/>
            <pc:sldMk cId="1788512462" sldId="265"/>
            <ac:spMk id="22" creationId="{EAF1830E-E520-4D83-0471-79AA1ABCAD5F}"/>
          </ac:spMkLst>
        </pc:spChg>
        <pc:spChg chg="mod">
          <ac:chgData name="陽樹 安原" userId="2049e2e6b5efa4b1" providerId="LiveId" clId="{06939DF3-0036-4349-A34B-D63B5AD721D9}" dt="2024-10-11T23:36:33.448" v="218"/>
          <ac:spMkLst>
            <pc:docMk/>
            <pc:sldMk cId="1788512462" sldId="265"/>
            <ac:spMk id="26" creationId="{07AADB9F-4A6E-75A2-70A6-A1BF7A2F32B2}"/>
          </ac:spMkLst>
        </pc:spChg>
        <pc:spChg chg="mod">
          <ac:chgData name="陽樹 安原" userId="2049e2e6b5efa4b1" providerId="LiveId" clId="{06939DF3-0036-4349-A34B-D63B5AD721D9}" dt="2024-10-11T23:36:33.448" v="218"/>
          <ac:spMkLst>
            <pc:docMk/>
            <pc:sldMk cId="1788512462" sldId="265"/>
            <ac:spMk id="27" creationId="{530FCBB8-917D-1604-1136-59E3FF97CBD9}"/>
          </ac:spMkLst>
        </pc:spChg>
        <pc:spChg chg="mod">
          <ac:chgData name="陽樹 安原" userId="2049e2e6b5efa4b1" providerId="LiveId" clId="{06939DF3-0036-4349-A34B-D63B5AD721D9}" dt="2024-10-11T23:36:33.448" v="218"/>
          <ac:spMkLst>
            <pc:docMk/>
            <pc:sldMk cId="1788512462" sldId="265"/>
            <ac:spMk id="28" creationId="{2F48E2D6-9970-6B9B-BD64-71C36CFE06A8}"/>
          </ac:spMkLst>
        </pc:spChg>
        <pc:spChg chg="mod">
          <ac:chgData name="陽樹 安原" userId="2049e2e6b5efa4b1" providerId="LiveId" clId="{06939DF3-0036-4349-A34B-D63B5AD721D9}" dt="2024-10-11T23:36:33.448" v="218"/>
          <ac:spMkLst>
            <pc:docMk/>
            <pc:sldMk cId="1788512462" sldId="265"/>
            <ac:spMk id="29" creationId="{6B89E71B-75E7-79D9-5E4B-DBBDBE8DDD1B}"/>
          </ac:spMkLst>
        </pc:spChg>
        <pc:spChg chg="mod">
          <ac:chgData name="陽樹 安原" userId="2049e2e6b5efa4b1" providerId="LiveId" clId="{06939DF3-0036-4349-A34B-D63B5AD721D9}" dt="2024-10-11T23:36:56.536" v="227"/>
          <ac:spMkLst>
            <pc:docMk/>
            <pc:sldMk cId="1788512462" sldId="265"/>
            <ac:spMk id="31" creationId="{C280C13D-A774-CBF8-8965-A211436FFECC}"/>
          </ac:spMkLst>
        </pc:spChg>
        <pc:spChg chg="mod">
          <ac:chgData name="陽樹 安原" userId="2049e2e6b5efa4b1" providerId="LiveId" clId="{06939DF3-0036-4349-A34B-D63B5AD721D9}" dt="2024-10-11T23:36:56.536" v="227"/>
          <ac:spMkLst>
            <pc:docMk/>
            <pc:sldMk cId="1788512462" sldId="265"/>
            <ac:spMk id="32" creationId="{5F51E5FA-CFDD-B590-A937-281A8D359FD2}"/>
          </ac:spMkLst>
        </pc:spChg>
        <pc:grpChg chg="add mod">
          <ac:chgData name="陽樹 安原" userId="2049e2e6b5efa4b1" providerId="LiveId" clId="{06939DF3-0036-4349-A34B-D63B5AD721D9}" dt="2024-10-11T23:37:16.424" v="231" actId="1076"/>
          <ac:grpSpMkLst>
            <pc:docMk/>
            <pc:sldMk cId="1788512462" sldId="265"/>
            <ac:grpSpMk id="9" creationId="{37FD88C5-C8AB-769F-62BA-1304707D7627}"/>
          </ac:grpSpMkLst>
        </pc:grpChg>
        <pc:grpChg chg="add mod ord">
          <ac:chgData name="陽樹 安原" userId="2049e2e6b5efa4b1" providerId="LiveId" clId="{06939DF3-0036-4349-A34B-D63B5AD721D9}" dt="2024-10-11T23:37:23.986" v="233" actId="166"/>
          <ac:grpSpMkLst>
            <pc:docMk/>
            <pc:sldMk cId="1788512462" sldId="265"/>
            <ac:grpSpMk id="13" creationId="{35248258-D9F0-71E5-54E6-8DA985506AEB}"/>
          </ac:grpSpMkLst>
        </pc:grpChg>
        <pc:grpChg chg="add mod ord">
          <ac:chgData name="陽樹 安原" userId="2049e2e6b5efa4b1" providerId="LiveId" clId="{06939DF3-0036-4349-A34B-D63B5AD721D9}" dt="2024-10-11T23:37:21.129" v="232" actId="166"/>
          <ac:grpSpMkLst>
            <pc:docMk/>
            <pc:sldMk cId="1788512462" sldId="265"/>
            <ac:grpSpMk id="19" creationId="{F9CCF022-9614-538B-6D13-44FB7FE68079}"/>
          </ac:grpSpMkLst>
        </pc:grpChg>
        <pc:grpChg chg="add mod ord">
          <ac:chgData name="陽樹 安原" userId="2049e2e6b5efa4b1" providerId="LiveId" clId="{06939DF3-0036-4349-A34B-D63B5AD721D9}" dt="2024-10-11T23:36:49.397" v="226" actId="1035"/>
          <ac:grpSpMkLst>
            <pc:docMk/>
            <pc:sldMk cId="1788512462" sldId="265"/>
            <ac:grpSpMk id="23" creationId="{55257C54-69F7-28AE-7B66-D0DBECC32D9B}"/>
          </ac:grpSpMkLst>
        </pc:grpChg>
        <pc:grpChg chg="mod">
          <ac:chgData name="陽樹 安原" userId="2049e2e6b5efa4b1" providerId="LiveId" clId="{06939DF3-0036-4349-A34B-D63B5AD721D9}" dt="2024-10-11T23:36:33.448" v="218"/>
          <ac:grpSpMkLst>
            <pc:docMk/>
            <pc:sldMk cId="1788512462" sldId="265"/>
            <ac:grpSpMk id="24" creationId="{A2E58635-07D6-FCBF-45F9-1A23803A87F5}"/>
          </ac:grpSpMkLst>
        </pc:grpChg>
        <pc:grpChg chg="mod">
          <ac:chgData name="陽樹 安原" userId="2049e2e6b5efa4b1" providerId="LiveId" clId="{06939DF3-0036-4349-A34B-D63B5AD721D9}" dt="2024-10-11T23:36:33.448" v="218"/>
          <ac:grpSpMkLst>
            <pc:docMk/>
            <pc:sldMk cId="1788512462" sldId="265"/>
            <ac:grpSpMk id="25" creationId="{7C7A4601-9F37-5619-1D0C-6A239B2832C3}"/>
          </ac:grpSpMkLst>
        </pc:grpChg>
        <pc:grpChg chg="add mod">
          <ac:chgData name="陽樹 安原" userId="2049e2e6b5efa4b1" providerId="LiveId" clId="{06939DF3-0036-4349-A34B-D63B5AD721D9}" dt="2024-10-11T23:37:04.958" v="228" actId="1076"/>
          <ac:grpSpMkLst>
            <pc:docMk/>
            <pc:sldMk cId="1788512462" sldId="265"/>
            <ac:grpSpMk id="30" creationId="{02D90DBC-EE69-748D-FBD4-179E6BCF846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95202-093E-49E8-98E7-18EB1721E358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86F3A-ADD9-4117-B017-CF55A00CC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0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86F3A-ADD9-4117-B017-CF55A00CCA9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54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35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29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03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58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7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12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73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2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0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04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57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DAC1D-0BAF-4871-9E43-A194FA1E29D5}" type="datetimeFigureOut">
              <a:rPr kumimoji="1" lang="ja-JP" altLang="en-US" smtClean="0"/>
              <a:t>2024/10/12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ABF41-E401-4D57-B869-75EEDDEA4A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92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/>
        </p:nvSpPr>
        <p:spPr>
          <a:xfrm>
            <a:off x="896523" y="1566880"/>
            <a:ext cx="5032147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概要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1</a:t>
            </a:r>
            <a:r>
              <a:rPr kumimoji="1" lang="ja-JP" altLang="en-US" dirty="0"/>
              <a:t>画面でステージ完結</a:t>
            </a:r>
            <a:endParaRPr kumimoji="1" lang="en-US" altLang="ja-JP" dirty="0"/>
          </a:p>
          <a:p>
            <a:r>
              <a:rPr lang="ja-JP" altLang="en-US" dirty="0"/>
              <a:t>・重力を変えてゴール目指す</a:t>
            </a:r>
            <a:endParaRPr lang="en-US" altLang="ja-JP" dirty="0"/>
          </a:p>
          <a:p>
            <a:r>
              <a:rPr lang="ja-JP" altLang="en-US" dirty="0"/>
              <a:t>・操作は移動と重力変更のみ</a:t>
            </a:r>
            <a:endParaRPr lang="en-US" altLang="ja-JP" dirty="0"/>
          </a:p>
          <a:p>
            <a:r>
              <a:rPr lang="ja-JP" altLang="en-US" dirty="0"/>
              <a:t>・重力は</a:t>
            </a:r>
            <a:r>
              <a:rPr lang="en-US" altLang="ja-JP" dirty="0"/>
              <a:t>4</a:t>
            </a:r>
            <a:r>
              <a:rPr lang="ja-JP" altLang="en-US" dirty="0"/>
              <a:t>方向、空中では操作できない</a:t>
            </a:r>
          </a:p>
          <a:p>
            <a:r>
              <a:rPr kumimoji="1" lang="ja-JP" altLang="en-US" dirty="0"/>
              <a:t>・穴に落ちるか、針に触れるとゲームオーバー</a:t>
            </a: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451945" y="31531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フデバコグラビティ</a:t>
            </a: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689265" y="4466675"/>
            <a:ext cx="3185487" cy="20313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ギミック案</a:t>
            </a:r>
            <a:endParaRPr kumimoji="1" lang="en-US" altLang="ja-JP" dirty="0"/>
          </a:p>
          <a:p>
            <a:r>
              <a:rPr lang="ja-JP" altLang="en-US" dirty="0"/>
              <a:t>・動く床、針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鍵　　・敵</a:t>
            </a:r>
            <a:endParaRPr kumimoji="1" lang="en-US" altLang="ja-JP" dirty="0"/>
          </a:p>
          <a:p>
            <a:r>
              <a:rPr lang="ja-JP" altLang="en-US" dirty="0"/>
              <a:t>・ワープ</a:t>
            </a:r>
            <a:endParaRPr lang="en-US" altLang="ja-JP" dirty="0"/>
          </a:p>
          <a:p>
            <a:r>
              <a:rPr kumimoji="1" lang="ja-JP" altLang="en-US" dirty="0"/>
              <a:t>・ちくわブロック</a:t>
            </a:r>
            <a:endParaRPr kumimoji="1" lang="en-US" altLang="ja-JP" dirty="0"/>
          </a:p>
          <a:p>
            <a:r>
              <a:rPr lang="ja-JP" altLang="en-US" dirty="0"/>
              <a:t>・移動できない床</a:t>
            </a:r>
            <a:endParaRPr lang="en-US" altLang="ja-JP" dirty="0"/>
          </a:p>
          <a:p>
            <a:r>
              <a:rPr lang="ja-JP" altLang="en-US" dirty="0"/>
              <a:t>・重力が固定されている場所</a:t>
            </a:r>
            <a:endParaRPr kumimoji="1" lang="en-US" altLang="ja-JP" dirty="0"/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797468" y="1151381"/>
            <a:ext cx="3185487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その他</a:t>
            </a:r>
            <a:endParaRPr kumimoji="1" lang="en-US" altLang="ja-JP" dirty="0"/>
          </a:p>
          <a:p>
            <a:r>
              <a:rPr lang="ja-JP" altLang="en-US" dirty="0"/>
              <a:t>・重力方向に応じて</a:t>
            </a:r>
            <a:endParaRPr lang="en-US" altLang="ja-JP" dirty="0"/>
          </a:p>
          <a:p>
            <a:r>
              <a:rPr lang="ja-JP" altLang="en-US" dirty="0"/>
              <a:t>　ステージ背景、外枠変更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5~10</a:t>
            </a:r>
            <a:r>
              <a:rPr lang="ja-JP" altLang="en-US" dirty="0"/>
              <a:t>ステージ </a:t>
            </a:r>
            <a:endParaRPr lang="en-US" altLang="ja-JP" dirty="0"/>
          </a:p>
          <a:p>
            <a:r>
              <a:rPr lang="ja-JP" altLang="en-US"/>
              <a:t>・ステージサイズは可変</a:t>
            </a:r>
            <a:endParaRPr lang="en-US" altLang="ja-JP" dirty="0"/>
          </a:p>
          <a:p>
            <a:r>
              <a:rPr lang="ja-JP" altLang="en-US" dirty="0"/>
              <a:t>・死んだら死体が飛び散って</a:t>
            </a:r>
            <a:endParaRPr lang="en-US" altLang="ja-JP" dirty="0"/>
          </a:p>
          <a:p>
            <a:r>
              <a:rPr lang="ja-JP" altLang="en-US" dirty="0"/>
              <a:t>　即リスタート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ja-JP" altLang="en-US" dirty="0"/>
              <a:t>スタート地点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・死んだ場所に印付ける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ja-JP" altLang="en-US" dirty="0"/>
              <a:t>オプションで変更可</a:t>
            </a:r>
            <a:r>
              <a:rPr lang="en-US" altLang="ja-JP" dirty="0"/>
              <a:t>)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26318E-2D12-86B0-5E81-EB5EFB3D43B4}"/>
              </a:ext>
            </a:extLst>
          </p:cNvPr>
          <p:cNvSpPr txBox="1"/>
          <p:nvPr/>
        </p:nvSpPr>
        <p:spPr>
          <a:xfrm>
            <a:off x="1092819" y="4097343"/>
            <a:ext cx="2954655" cy="147732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アニメーションさせるもの</a:t>
            </a:r>
            <a:endParaRPr kumimoji="1" lang="en-US" altLang="ja-JP" dirty="0"/>
          </a:p>
          <a:p>
            <a:r>
              <a:rPr lang="ja-JP" altLang="en-US" dirty="0"/>
              <a:t>・プレイヤー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(</a:t>
            </a:r>
            <a:r>
              <a:rPr kumimoji="1" lang="ja-JP" altLang="en-US" dirty="0"/>
              <a:t>移動、着地</a:t>
            </a:r>
            <a:r>
              <a:rPr kumimoji="1" lang="en-US" altLang="ja-JP" dirty="0"/>
              <a:t>)</a:t>
            </a:r>
          </a:p>
          <a:p>
            <a:r>
              <a:rPr lang="ja-JP" altLang="en-US" dirty="0"/>
              <a:t>・背景</a:t>
            </a:r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(</a:t>
            </a:r>
            <a:r>
              <a:rPr kumimoji="1" lang="ja-JP" altLang="en-US" dirty="0"/>
              <a:t>矢印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2291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直角三角形 56"/>
          <p:cNvSpPr/>
          <p:nvPr/>
        </p:nvSpPr>
        <p:spPr>
          <a:xfrm flipH="1" flipV="1">
            <a:off x="8094953" y="5674188"/>
            <a:ext cx="693682" cy="722999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直角三角形 55"/>
          <p:cNvSpPr/>
          <p:nvPr/>
        </p:nvSpPr>
        <p:spPr>
          <a:xfrm flipH="1" flipV="1">
            <a:off x="9684303" y="5441328"/>
            <a:ext cx="693682" cy="722999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直角三角形 54"/>
          <p:cNvSpPr/>
          <p:nvPr/>
        </p:nvSpPr>
        <p:spPr>
          <a:xfrm flipH="1">
            <a:off x="9555891" y="4685876"/>
            <a:ext cx="693682" cy="722999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直角三角形 53"/>
          <p:cNvSpPr/>
          <p:nvPr/>
        </p:nvSpPr>
        <p:spPr>
          <a:xfrm rot="12979400" flipH="1">
            <a:off x="8874933" y="4633568"/>
            <a:ext cx="1083928" cy="90356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二等辺三角形 49"/>
          <p:cNvSpPr/>
          <p:nvPr/>
        </p:nvSpPr>
        <p:spPr>
          <a:xfrm rot="16200000">
            <a:off x="9900784" y="5009340"/>
            <a:ext cx="1839417" cy="842956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グループ化 33"/>
          <p:cNvGrpSpPr/>
          <p:nvPr/>
        </p:nvGrpSpPr>
        <p:grpSpPr>
          <a:xfrm>
            <a:off x="1271752" y="2795751"/>
            <a:ext cx="3600000" cy="360000"/>
            <a:chOff x="1271752" y="2795751"/>
            <a:chExt cx="3600000" cy="360000"/>
          </a:xfrm>
        </p:grpSpPr>
        <p:sp>
          <p:nvSpPr>
            <p:cNvPr id="4" name="正方形/長方形 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" name="二等辺三角形 6"/>
          <p:cNvSpPr/>
          <p:nvPr/>
        </p:nvSpPr>
        <p:spPr>
          <a:xfrm rot="5400000">
            <a:off x="4871752" y="2795751"/>
            <a:ext cx="360000" cy="3600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/>
          <p:cNvSpPr/>
          <p:nvPr/>
        </p:nvSpPr>
        <p:spPr>
          <a:xfrm rot="5400000">
            <a:off x="5123752" y="2921751"/>
            <a:ext cx="108000" cy="108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71752" y="278641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accent4">
                    <a:lumMod val="40000"/>
                    <a:lumOff val="60000"/>
                  </a:schemeClr>
                </a:solidFill>
                <a:latin typeface="Brush Script MT" panose="03060802040406070304" pitchFamily="66" charset="0"/>
              </a:rPr>
              <a:t>syake</a:t>
            </a:r>
            <a:endParaRPr kumimoji="1" lang="ja-JP" altLang="en-US" dirty="0">
              <a:solidFill>
                <a:schemeClr val="accent4">
                  <a:lumMod val="40000"/>
                  <a:lumOff val="60000"/>
                </a:schemeClr>
              </a:solidFill>
              <a:latin typeface="Brush Script MT" panose="03060802040406070304" pitchFamily="66" charset="0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289738" y="1177159"/>
            <a:ext cx="1080000" cy="4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3289738" y="1033159"/>
            <a:ext cx="1080000" cy="14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289738" y="1606409"/>
            <a:ext cx="108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片側の 2 つの角を丸めた四角形 12"/>
          <p:cNvSpPr/>
          <p:nvPr/>
        </p:nvSpPr>
        <p:spPr>
          <a:xfrm rot="5400000">
            <a:off x="4159138" y="1245529"/>
            <a:ext cx="709200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226464" y="1239583"/>
            <a:ext cx="120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Arial Black" panose="020B0A04020102020204" pitchFamily="34" charset="0"/>
              </a:rPr>
              <a:t>MAGURO</a:t>
            </a:r>
            <a:endParaRPr kumimoji="1" lang="ja-JP" altLang="en-US" sz="1600" dirty="0">
              <a:latin typeface="Arial Black" panose="020B0A04020102020204" pitchFamily="34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48ACB24-04BB-64DC-659D-B50030D6FEA6}"/>
              </a:ext>
            </a:extLst>
          </p:cNvPr>
          <p:cNvGrpSpPr/>
          <p:nvPr/>
        </p:nvGrpSpPr>
        <p:grpSpPr>
          <a:xfrm>
            <a:off x="1502979" y="4582510"/>
            <a:ext cx="1292773" cy="1166649"/>
            <a:chOff x="1502979" y="4582510"/>
            <a:chExt cx="1292773" cy="1166649"/>
          </a:xfrm>
        </p:grpSpPr>
        <p:sp>
          <p:nvSpPr>
            <p:cNvPr id="15" name="楕円 14"/>
            <p:cNvSpPr/>
            <p:nvPr/>
          </p:nvSpPr>
          <p:spPr>
            <a:xfrm>
              <a:off x="1502979" y="4582510"/>
              <a:ext cx="1292773" cy="116664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/>
            <p:cNvSpPr/>
            <p:nvPr/>
          </p:nvSpPr>
          <p:spPr>
            <a:xfrm>
              <a:off x="1855898" y="4876800"/>
              <a:ext cx="157656" cy="1891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/>
            <p:cNvSpPr/>
            <p:nvPr/>
          </p:nvSpPr>
          <p:spPr>
            <a:xfrm>
              <a:off x="2302191" y="4876800"/>
              <a:ext cx="157656" cy="1891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正方形/長方形 2"/>
          <p:cNvSpPr/>
          <p:nvPr/>
        </p:nvSpPr>
        <p:spPr>
          <a:xfrm>
            <a:off x="5123752" y="4399878"/>
            <a:ext cx="108000" cy="231289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せん孔テープ 18"/>
          <p:cNvSpPr/>
          <p:nvPr/>
        </p:nvSpPr>
        <p:spPr>
          <a:xfrm>
            <a:off x="5231752" y="4322781"/>
            <a:ext cx="1190812" cy="1108037"/>
          </a:xfrm>
          <a:prstGeom prst="flowChartPunchedTa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3" name="グループ化 32"/>
          <p:cNvGrpSpPr/>
          <p:nvPr/>
        </p:nvGrpSpPr>
        <p:grpSpPr>
          <a:xfrm>
            <a:off x="6457243" y="169341"/>
            <a:ext cx="1800003" cy="2140484"/>
            <a:chOff x="6562412" y="645935"/>
            <a:chExt cx="1800003" cy="2140484"/>
          </a:xfrm>
        </p:grpSpPr>
        <p:grpSp>
          <p:nvGrpSpPr>
            <p:cNvPr id="26" name="グループ化 25"/>
            <p:cNvGrpSpPr/>
            <p:nvPr/>
          </p:nvGrpSpPr>
          <p:grpSpPr>
            <a:xfrm>
              <a:off x="6562414" y="868090"/>
              <a:ext cx="1800001" cy="1918329"/>
              <a:chOff x="6562414" y="868090"/>
              <a:chExt cx="1800001" cy="1918329"/>
            </a:xfrm>
          </p:grpSpPr>
          <p:sp>
            <p:nvSpPr>
              <p:cNvPr id="23" name="斜め縞 22"/>
              <p:cNvSpPr/>
              <p:nvPr/>
            </p:nvSpPr>
            <p:spPr>
              <a:xfrm rot="2674723">
                <a:off x="6562414" y="986419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斜め縞 23"/>
              <p:cNvSpPr/>
              <p:nvPr/>
            </p:nvSpPr>
            <p:spPr>
              <a:xfrm rot="18867708" flipV="1">
                <a:off x="6562415" y="868090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" name="グループ化 26"/>
            <p:cNvGrpSpPr/>
            <p:nvPr/>
          </p:nvGrpSpPr>
          <p:grpSpPr>
            <a:xfrm>
              <a:off x="6562413" y="755894"/>
              <a:ext cx="1800001" cy="1918329"/>
              <a:chOff x="6562414" y="868090"/>
              <a:chExt cx="1800001" cy="1918329"/>
            </a:xfrm>
          </p:grpSpPr>
          <p:sp>
            <p:nvSpPr>
              <p:cNvPr id="28" name="斜め縞 27"/>
              <p:cNvSpPr/>
              <p:nvPr/>
            </p:nvSpPr>
            <p:spPr>
              <a:xfrm rot="2674723">
                <a:off x="6562414" y="986419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斜め縞 28"/>
              <p:cNvSpPr/>
              <p:nvPr/>
            </p:nvSpPr>
            <p:spPr>
              <a:xfrm rot="18867708" flipV="1">
                <a:off x="6562415" y="868090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" name="グループ化 29"/>
            <p:cNvGrpSpPr/>
            <p:nvPr/>
          </p:nvGrpSpPr>
          <p:grpSpPr>
            <a:xfrm>
              <a:off x="6562412" y="645935"/>
              <a:ext cx="1800001" cy="1918329"/>
              <a:chOff x="6562414" y="868090"/>
              <a:chExt cx="1800001" cy="1918329"/>
            </a:xfrm>
          </p:grpSpPr>
          <p:sp>
            <p:nvSpPr>
              <p:cNvPr id="31" name="斜め縞 30"/>
              <p:cNvSpPr/>
              <p:nvPr/>
            </p:nvSpPr>
            <p:spPr>
              <a:xfrm rot="2674723">
                <a:off x="6562414" y="986419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斜め縞 31"/>
              <p:cNvSpPr/>
              <p:nvPr/>
            </p:nvSpPr>
            <p:spPr>
              <a:xfrm rot="18867708" flipV="1">
                <a:off x="6562415" y="868090"/>
                <a:ext cx="1800000" cy="1800000"/>
              </a:xfrm>
              <a:prstGeom prst="diagStripe">
                <a:avLst>
                  <a:gd name="adj" fmla="val 95116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1" name="グループ化 40"/>
          <p:cNvGrpSpPr/>
          <p:nvPr/>
        </p:nvGrpSpPr>
        <p:grpSpPr>
          <a:xfrm>
            <a:off x="7131268" y="2496123"/>
            <a:ext cx="720000" cy="1440001"/>
            <a:chOff x="7131268" y="2496123"/>
            <a:chExt cx="720000" cy="1440001"/>
          </a:xfrm>
        </p:grpSpPr>
        <p:sp>
          <p:nvSpPr>
            <p:cNvPr id="2" name="平行四辺形 1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平行四辺形 39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/>
          <p:cNvGrpSpPr/>
          <p:nvPr/>
        </p:nvGrpSpPr>
        <p:grpSpPr>
          <a:xfrm>
            <a:off x="9208333" y="1962582"/>
            <a:ext cx="360000" cy="720000"/>
            <a:chOff x="7131268" y="2496123"/>
            <a:chExt cx="720000" cy="1440001"/>
          </a:xfrm>
        </p:grpSpPr>
        <p:sp>
          <p:nvSpPr>
            <p:cNvPr id="43" name="平行四辺形 4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平行四辺形 4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円 47"/>
          <p:cNvSpPr/>
          <p:nvPr/>
        </p:nvSpPr>
        <p:spPr>
          <a:xfrm>
            <a:off x="7483366" y="4782207"/>
            <a:ext cx="3237186" cy="1397876"/>
          </a:xfrm>
          <a:prstGeom prst="pie">
            <a:avLst>
              <a:gd name="adj1" fmla="val 0"/>
              <a:gd name="adj2" fmla="val 108026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円 48"/>
          <p:cNvSpPr/>
          <p:nvPr/>
        </p:nvSpPr>
        <p:spPr>
          <a:xfrm rot="10800000">
            <a:off x="7483366" y="4784326"/>
            <a:ext cx="3237186" cy="1397876"/>
          </a:xfrm>
          <a:prstGeom prst="pie">
            <a:avLst>
              <a:gd name="adj1" fmla="val 0"/>
              <a:gd name="adj2" fmla="val 1080265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楕円 51"/>
          <p:cNvSpPr/>
          <p:nvPr/>
        </p:nvSpPr>
        <p:spPr>
          <a:xfrm>
            <a:off x="7870789" y="5165834"/>
            <a:ext cx="288000" cy="288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楕円 52"/>
          <p:cNvSpPr/>
          <p:nvPr/>
        </p:nvSpPr>
        <p:spPr>
          <a:xfrm>
            <a:off x="7963014" y="5206575"/>
            <a:ext cx="720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アーチ 59"/>
          <p:cNvSpPr/>
          <p:nvPr/>
        </p:nvSpPr>
        <p:spPr>
          <a:xfrm rot="3919068">
            <a:off x="7640417" y="5043551"/>
            <a:ext cx="914400" cy="914400"/>
          </a:xfrm>
          <a:prstGeom prst="blockArc">
            <a:avLst>
              <a:gd name="adj1" fmla="val 16689115"/>
              <a:gd name="adj2" fmla="val 21341039"/>
              <a:gd name="adj3" fmla="val 418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円 50"/>
          <p:cNvSpPr/>
          <p:nvPr/>
        </p:nvSpPr>
        <p:spPr>
          <a:xfrm rot="16200000">
            <a:off x="8365927" y="4008976"/>
            <a:ext cx="374365" cy="2843682"/>
          </a:xfrm>
          <a:prstGeom prst="pie">
            <a:avLst>
              <a:gd name="adj1" fmla="val 0"/>
              <a:gd name="adj2" fmla="val 1076491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1" name="二等辺三角形 60"/>
          <p:cNvSpPr/>
          <p:nvPr/>
        </p:nvSpPr>
        <p:spPr>
          <a:xfrm rot="5400000">
            <a:off x="7300390" y="5235032"/>
            <a:ext cx="315795" cy="49222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1502979" y="41679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ねりけし君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20757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996963" y="1079671"/>
            <a:ext cx="7560000" cy="46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996966" y="1079666"/>
            <a:ext cx="3055172" cy="1570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正方形/長方形 5"/>
          <p:cNvSpPr/>
          <p:nvPr/>
        </p:nvSpPr>
        <p:spPr>
          <a:xfrm rot="5400000">
            <a:off x="4652653" y="1479152"/>
            <a:ext cx="2470359" cy="1671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正方形/長方形 6"/>
          <p:cNvSpPr/>
          <p:nvPr/>
        </p:nvSpPr>
        <p:spPr>
          <a:xfrm rot="5400000">
            <a:off x="777578" y="3869353"/>
            <a:ext cx="3109703" cy="6709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8" name="正方形/長方形 7"/>
          <p:cNvSpPr/>
          <p:nvPr/>
        </p:nvSpPr>
        <p:spPr>
          <a:xfrm rot="5400000">
            <a:off x="2601741" y="2716121"/>
            <a:ext cx="1803699" cy="1671391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" name="正方形/長方形 8"/>
          <p:cNvSpPr/>
          <p:nvPr/>
        </p:nvSpPr>
        <p:spPr>
          <a:xfrm rot="5400000">
            <a:off x="3577441" y="3409280"/>
            <a:ext cx="2234007" cy="715384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正方形/長方形 9"/>
          <p:cNvSpPr/>
          <p:nvPr/>
        </p:nvSpPr>
        <p:spPr>
          <a:xfrm rot="5400000">
            <a:off x="2957794" y="4161232"/>
            <a:ext cx="1086522" cy="16713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 rot="5400000">
            <a:off x="4627733" y="3577815"/>
            <a:ext cx="219480" cy="4144234"/>
          </a:xfrm>
          <a:prstGeom prst="rect">
            <a:avLst/>
          </a:prstGeom>
          <a:solidFill>
            <a:srgbClr val="A6C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331931" y="4883977"/>
            <a:ext cx="2961754" cy="656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6807180" y="5540189"/>
            <a:ext cx="2749783" cy="21948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7293685" y="4109418"/>
            <a:ext cx="2263278" cy="1430767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" name="正方形/長方形 14"/>
          <p:cNvSpPr/>
          <p:nvPr/>
        </p:nvSpPr>
        <p:spPr>
          <a:xfrm rot="5400000">
            <a:off x="5505937" y="3096229"/>
            <a:ext cx="1333948" cy="2241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6" name="正方形/長方形 15"/>
          <p:cNvSpPr/>
          <p:nvPr/>
        </p:nvSpPr>
        <p:spPr>
          <a:xfrm rot="5400000">
            <a:off x="7292991" y="3550718"/>
            <a:ext cx="559388" cy="5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7" name="正方形/長方形 16"/>
          <p:cNvSpPr/>
          <p:nvPr/>
        </p:nvSpPr>
        <p:spPr>
          <a:xfrm rot="5400000">
            <a:off x="6720993" y="1934583"/>
            <a:ext cx="1620000" cy="162000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正方形/長方形 17"/>
          <p:cNvSpPr/>
          <p:nvPr/>
        </p:nvSpPr>
        <p:spPr>
          <a:xfrm rot="5400000">
            <a:off x="7713113" y="87546"/>
            <a:ext cx="851730" cy="2835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9" name="正方形/長方形 18"/>
          <p:cNvSpPr/>
          <p:nvPr/>
        </p:nvSpPr>
        <p:spPr>
          <a:xfrm rot="5400000">
            <a:off x="8425323" y="2976384"/>
            <a:ext cx="558000" cy="170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8326232" y="1898378"/>
            <a:ext cx="1230732" cy="1650251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0800000">
            <a:off x="8326232" y="1938327"/>
            <a:ext cx="1230731" cy="161695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2" name="楕円 21"/>
          <p:cNvSpPr/>
          <p:nvPr/>
        </p:nvSpPr>
        <p:spPr>
          <a:xfrm>
            <a:off x="2785168" y="2828629"/>
            <a:ext cx="1440000" cy="14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23" name="グループ化 22"/>
          <p:cNvGrpSpPr/>
          <p:nvPr/>
        </p:nvGrpSpPr>
        <p:grpSpPr>
          <a:xfrm>
            <a:off x="1996964" y="5399669"/>
            <a:ext cx="2160000" cy="360000"/>
            <a:chOff x="1271752" y="2795751"/>
            <a:chExt cx="3600000" cy="360000"/>
          </a:xfrm>
        </p:grpSpPr>
        <p:sp>
          <p:nvSpPr>
            <p:cNvPr id="24" name="正方形/長方形 2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27" name="グループ化 26"/>
          <p:cNvGrpSpPr/>
          <p:nvPr/>
        </p:nvGrpSpPr>
        <p:grpSpPr>
          <a:xfrm rot="5400000">
            <a:off x="196962" y="3237929"/>
            <a:ext cx="3960000" cy="360000"/>
            <a:chOff x="1271752" y="2795751"/>
            <a:chExt cx="3600000" cy="360000"/>
          </a:xfrm>
        </p:grpSpPr>
        <p:sp>
          <p:nvSpPr>
            <p:cNvPr id="28" name="正方形/長方形 2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2000688" y="1082196"/>
            <a:ext cx="2520000" cy="360000"/>
            <a:chOff x="1271752" y="2795751"/>
            <a:chExt cx="3600000" cy="360000"/>
          </a:xfrm>
        </p:grpSpPr>
        <p:sp>
          <p:nvSpPr>
            <p:cNvPr id="32" name="正方形/長方形 3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39" name="グループ化 38"/>
          <p:cNvGrpSpPr/>
          <p:nvPr/>
        </p:nvGrpSpPr>
        <p:grpSpPr>
          <a:xfrm rot="5400000">
            <a:off x="8113540" y="2516555"/>
            <a:ext cx="2520000" cy="360000"/>
            <a:chOff x="1271752" y="2795751"/>
            <a:chExt cx="3600000" cy="360000"/>
          </a:xfrm>
        </p:grpSpPr>
        <p:sp>
          <p:nvSpPr>
            <p:cNvPr id="40" name="正方形/長方形 39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43" name="グループ化 42"/>
          <p:cNvGrpSpPr/>
          <p:nvPr/>
        </p:nvGrpSpPr>
        <p:grpSpPr>
          <a:xfrm>
            <a:off x="5235353" y="5403363"/>
            <a:ext cx="4320000" cy="360000"/>
            <a:chOff x="1271752" y="2795751"/>
            <a:chExt cx="3600000" cy="360000"/>
          </a:xfrm>
        </p:grpSpPr>
        <p:sp>
          <p:nvSpPr>
            <p:cNvPr id="44" name="正方形/長方形 4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55" name="グループ化 54"/>
          <p:cNvGrpSpPr/>
          <p:nvPr/>
        </p:nvGrpSpPr>
        <p:grpSpPr>
          <a:xfrm rot="5400000">
            <a:off x="3440163" y="5038799"/>
            <a:ext cx="360000" cy="360000"/>
            <a:chOff x="1271752" y="2795751"/>
            <a:chExt cx="3600000" cy="360000"/>
          </a:xfrm>
        </p:grpSpPr>
        <p:sp>
          <p:nvSpPr>
            <p:cNvPr id="56" name="正方形/長方形 5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0" name="グループ化 69"/>
          <p:cNvGrpSpPr/>
          <p:nvPr/>
        </p:nvGrpSpPr>
        <p:grpSpPr>
          <a:xfrm rot="5400000">
            <a:off x="9015329" y="4860114"/>
            <a:ext cx="720000" cy="360000"/>
            <a:chOff x="1271752" y="2795751"/>
            <a:chExt cx="3600000" cy="360000"/>
          </a:xfrm>
        </p:grpSpPr>
        <p:sp>
          <p:nvSpPr>
            <p:cNvPr id="71" name="正方形/長方形 70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4" name="グループ化 73"/>
          <p:cNvGrpSpPr/>
          <p:nvPr/>
        </p:nvGrpSpPr>
        <p:grpSpPr>
          <a:xfrm rot="5400000" flipV="1">
            <a:off x="8642440" y="4861386"/>
            <a:ext cx="360000" cy="720000"/>
            <a:chOff x="7131268" y="2496123"/>
            <a:chExt cx="720000" cy="1440001"/>
          </a:xfrm>
        </p:grpSpPr>
        <p:sp>
          <p:nvSpPr>
            <p:cNvPr id="75" name="平行四辺形 74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6" name="平行四辺形 75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0" name="グループ化 79"/>
          <p:cNvGrpSpPr/>
          <p:nvPr/>
        </p:nvGrpSpPr>
        <p:grpSpPr>
          <a:xfrm rot="5400000">
            <a:off x="7926697" y="3786905"/>
            <a:ext cx="360000" cy="720000"/>
            <a:chOff x="7131268" y="2496123"/>
            <a:chExt cx="720000" cy="1440001"/>
          </a:xfrm>
        </p:grpSpPr>
        <p:sp>
          <p:nvSpPr>
            <p:cNvPr id="81" name="平行四辺形 80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2" name="平行四辺形 81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3" name="グループ化 82"/>
          <p:cNvGrpSpPr/>
          <p:nvPr/>
        </p:nvGrpSpPr>
        <p:grpSpPr>
          <a:xfrm rot="5400000">
            <a:off x="6675610" y="5046544"/>
            <a:ext cx="360000" cy="360000"/>
            <a:chOff x="1271752" y="2795751"/>
            <a:chExt cx="3600000" cy="360000"/>
          </a:xfrm>
        </p:grpSpPr>
        <p:sp>
          <p:nvSpPr>
            <p:cNvPr id="84" name="正方形/長方形 8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95" name="正方形/長方形 94"/>
          <p:cNvSpPr/>
          <p:nvPr/>
        </p:nvSpPr>
        <p:spPr>
          <a:xfrm>
            <a:off x="8551504" y="1525874"/>
            <a:ext cx="72000" cy="64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6" name="フローチャート: せん孔テープ 95"/>
          <p:cNvSpPr/>
          <p:nvPr/>
        </p:nvSpPr>
        <p:spPr>
          <a:xfrm>
            <a:off x="8615933" y="1536296"/>
            <a:ext cx="360000" cy="360000"/>
          </a:xfrm>
          <a:prstGeom prst="flowChartPunchedTape">
            <a:avLst/>
          </a:prstGeom>
          <a:solidFill>
            <a:srgbClr val="FC04A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47" name="グループ化 46"/>
          <p:cNvGrpSpPr/>
          <p:nvPr/>
        </p:nvGrpSpPr>
        <p:grpSpPr>
          <a:xfrm rot="5400000">
            <a:off x="8657321" y="4861483"/>
            <a:ext cx="730122" cy="360000"/>
            <a:chOff x="1271752" y="2795751"/>
            <a:chExt cx="3600000" cy="360000"/>
          </a:xfrm>
        </p:grpSpPr>
        <p:sp>
          <p:nvSpPr>
            <p:cNvPr id="48" name="正方形/長方形 4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8" name="グループ化 107"/>
          <p:cNvGrpSpPr/>
          <p:nvPr/>
        </p:nvGrpSpPr>
        <p:grpSpPr>
          <a:xfrm rot="5400000">
            <a:off x="6309977" y="1073834"/>
            <a:ext cx="720000" cy="720000"/>
            <a:chOff x="499814" y="198946"/>
            <a:chExt cx="720000" cy="720000"/>
          </a:xfrm>
        </p:grpSpPr>
        <p:grpSp>
          <p:nvGrpSpPr>
            <p:cNvPr id="109" name="グループ化 108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13" name="平行四辺形 112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4" name="平行四辺形 113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10" name="グループ化 109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11" name="平行四辺形 110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2" name="平行四辺形 111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35" name="グループ化 34"/>
          <p:cNvGrpSpPr/>
          <p:nvPr/>
        </p:nvGrpSpPr>
        <p:grpSpPr>
          <a:xfrm>
            <a:off x="5589101" y="1083368"/>
            <a:ext cx="3960000" cy="360000"/>
            <a:chOff x="1271752" y="2795751"/>
            <a:chExt cx="3600000" cy="360000"/>
          </a:xfrm>
        </p:grpSpPr>
        <p:sp>
          <p:nvSpPr>
            <p:cNvPr id="36" name="正方形/長方形 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66" name="グループ化 65"/>
          <p:cNvGrpSpPr/>
          <p:nvPr/>
        </p:nvGrpSpPr>
        <p:grpSpPr>
          <a:xfrm>
            <a:off x="3286194" y="2396062"/>
            <a:ext cx="5199936" cy="2163130"/>
            <a:chOff x="3286194" y="2396062"/>
            <a:chExt cx="5199936" cy="2163130"/>
          </a:xfrm>
        </p:grpSpPr>
        <p:sp>
          <p:nvSpPr>
            <p:cNvPr id="181" name="下矢印 180"/>
            <p:cNvSpPr/>
            <p:nvPr/>
          </p:nvSpPr>
          <p:spPr>
            <a:xfrm>
              <a:off x="3286194" y="2399192"/>
              <a:ext cx="2160000" cy="2160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下矢印 1"/>
            <p:cNvSpPr/>
            <p:nvPr/>
          </p:nvSpPr>
          <p:spPr>
            <a:xfrm>
              <a:off x="6326130" y="2396062"/>
              <a:ext cx="2160000" cy="2160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19" name="グループ化 118"/>
          <p:cNvGrpSpPr/>
          <p:nvPr/>
        </p:nvGrpSpPr>
        <p:grpSpPr>
          <a:xfrm>
            <a:off x="4518177" y="3604874"/>
            <a:ext cx="360000" cy="720000"/>
            <a:chOff x="7131268" y="2496123"/>
            <a:chExt cx="720000" cy="1440001"/>
          </a:xfrm>
        </p:grpSpPr>
        <p:sp>
          <p:nvSpPr>
            <p:cNvPr id="120" name="平行四辺形 11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1" name="平行四辺形 12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2" name="グループ化 121"/>
          <p:cNvGrpSpPr/>
          <p:nvPr/>
        </p:nvGrpSpPr>
        <p:grpSpPr>
          <a:xfrm>
            <a:off x="5604716" y="3597133"/>
            <a:ext cx="360000" cy="720000"/>
            <a:chOff x="7131268" y="2496123"/>
            <a:chExt cx="720000" cy="1440001"/>
          </a:xfrm>
        </p:grpSpPr>
        <p:sp>
          <p:nvSpPr>
            <p:cNvPr id="123" name="平行四辺形 12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4" name="平行四辺形 12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9" name="グループ化 128"/>
          <p:cNvGrpSpPr/>
          <p:nvPr/>
        </p:nvGrpSpPr>
        <p:grpSpPr>
          <a:xfrm rot="5400000">
            <a:off x="2547091" y="3064740"/>
            <a:ext cx="360000" cy="720000"/>
            <a:chOff x="7131268" y="2496123"/>
            <a:chExt cx="720000" cy="1440001"/>
          </a:xfrm>
        </p:grpSpPr>
        <p:sp>
          <p:nvSpPr>
            <p:cNvPr id="130" name="平行四辺形 12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1" name="平行四辺形 13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5" name="グループ化 124"/>
          <p:cNvGrpSpPr/>
          <p:nvPr/>
        </p:nvGrpSpPr>
        <p:grpSpPr>
          <a:xfrm rot="5400000">
            <a:off x="2178152" y="3427799"/>
            <a:ext cx="720000" cy="360000"/>
            <a:chOff x="1271752" y="2795751"/>
            <a:chExt cx="3600000" cy="360000"/>
          </a:xfrm>
        </p:grpSpPr>
        <p:sp>
          <p:nvSpPr>
            <p:cNvPr id="126" name="正方形/長方形 12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7" name="正方形/長方形 12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2" name="グループ化 131"/>
          <p:cNvGrpSpPr/>
          <p:nvPr/>
        </p:nvGrpSpPr>
        <p:grpSpPr>
          <a:xfrm>
            <a:off x="3798949" y="1822926"/>
            <a:ext cx="360000" cy="720000"/>
            <a:chOff x="7131268" y="2496123"/>
            <a:chExt cx="720000" cy="1440001"/>
          </a:xfrm>
        </p:grpSpPr>
        <p:sp>
          <p:nvSpPr>
            <p:cNvPr id="133" name="平行四辺形 13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4" name="平行四辺形 13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5" name="グループ化 134"/>
          <p:cNvGrpSpPr/>
          <p:nvPr/>
        </p:nvGrpSpPr>
        <p:grpSpPr>
          <a:xfrm rot="5400000">
            <a:off x="7398078" y="1818886"/>
            <a:ext cx="360000" cy="360000"/>
            <a:chOff x="1271752" y="2795751"/>
            <a:chExt cx="3600000" cy="360000"/>
          </a:xfrm>
        </p:grpSpPr>
        <p:sp>
          <p:nvSpPr>
            <p:cNvPr id="136" name="正方形/長方形 1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7" name="正方形/長方形 1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8" name="正方形/長方形 1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7" name="グループ化 106"/>
          <p:cNvGrpSpPr/>
          <p:nvPr/>
        </p:nvGrpSpPr>
        <p:grpSpPr>
          <a:xfrm rot="10800000">
            <a:off x="6689471" y="2540642"/>
            <a:ext cx="720000" cy="720000"/>
            <a:chOff x="499814" y="198946"/>
            <a:chExt cx="720000" cy="720000"/>
          </a:xfrm>
        </p:grpSpPr>
        <p:grpSp>
          <p:nvGrpSpPr>
            <p:cNvPr id="101" name="グループ化 100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02" name="平行四辺形 101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3" name="平行四辺形 102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04" name="グループ化 103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05" name="平行四辺形 104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6" name="平行四辺形 105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87" name="グループ化 86"/>
          <p:cNvGrpSpPr/>
          <p:nvPr/>
        </p:nvGrpSpPr>
        <p:grpSpPr>
          <a:xfrm rot="5400000">
            <a:off x="6855610" y="2707799"/>
            <a:ext cx="720000" cy="360000"/>
            <a:chOff x="1271752" y="2795751"/>
            <a:chExt cx="3600000" cy="360000"/>
          </a:xfrm>
        </p:grpSpPr>
        <p:sp>
          <p:nvSpPr>
            <p:cNvPr id="88" name="正方形/長方形 8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0" name="正方形/長方形 8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91" name="グループ化 90"/>
          <p:cNvGrpSpPr/>
          <p:nvPr/>
        </p:nvGrpSpPr>
        <p:grpSpPr>
          <a:xfrm>
            <a:off x="7035747" y="2172521"/>
            <a:ext cx="2160000" cy="360000"/>
            <a:chOff x="1271752" y="2795751"/>
            <a:chExt cx="3600000" cy="360000"/>
          </a:xfrm>
        </p:grpSpPr>
        <p:sp>
          <p:nvSpPr>
            <p:cNvPr id="92" name="正方形/長方形 9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15" name="グループ化 114"/>
          <p:cNvGrpSpPr/>
          <p:nvPr/>
        </p:nvGrpSpPr>
        <p:grpSpPr>
          <a:xfrm rot="5400000">
            <a:off x="4695353" y="2718140"/>
            <a:ext cx="720000" cy="360000"/>
            <a:chOff x="1271752" y="2795751"/>
            <a:chExt cx="3600000" cy="360000"/>
          </a:xfrm>
        </p:grpSpPr>
        <p:sp>
          <p:nvSpPr>
            <p:cNvPr id="116" name="正方形/長方形 11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7" name="正方形/長方形 11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97" name="グループ化 96"/>
          <p:cNvGrpSpPr/>
          <p:nvPr/>
        </p:nvGrpSpPr>
        <p:grpSpPr>
          <a:xfrm>
            <a:off x="3429135" y="2171458"/>
            <a:ext cx="2880000" cy="360000"/>
            <a:chOff x="1271752" y="2795751"/>
            <a:chExt cx="3600000" cy="360000"/>
          </a:xfrm>
        </p:grpSpPr>
        <p:sp>
          <p:nvSpPr>
            <p:cNvPr id="98" name="正方形/長方形 9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9" name="正方形/長方形 9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59" name="グループ化 58"/>
          <p:cNvGrpSpPr/>
          <p:nvPr/>
        </p:nvGrpSpPr>
        <p:grpSpPr>
          <a:xfrm rot="10800000">
            <a:off x="4153539" y="3965431"/>
            <a:ext cx="360000" cy="720000"/>
            <a:chOff x="7131268" y="2496123"/>
            <a:chExt cx="720000" cy="1440001"/>
          </a:xfrm>
        </p:grpSpPr>
        <p:sp>
          <p:nvSpPr>
            <p:cNvPr id="60" name="平行四辺形 5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1" name="平行四辺形 6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7" name="グループ化 76"/>
          <p:cNvGrpSpPr/>
          <p:nvPr/>
        </p:nvGrpSpPr>
        <p:grpSpPr>
          <a:xfrm rot="10800000">
            <a:off x="7391590" y="3973489"/>
            <a:ext cx="360000" cy="720000"/>
            <a:chOff x="7131268" y="2496123"/>
            <a:chExt cx="720000" cy="1440001"/>
          </a:xfrm>
        </p:grpSpPr>
        <p:sp>
          <p:nvSpPr>
            <p:cNvPr id="78" name="平行四辺形 77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9" name="平行四辺形 78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51" name="グループ化 50"/>
          <p:cNvGrpSpPr/>
          <p:nvPr/>
        </p:nvGrpSpPr>
        <p:grpSpPr>
          <a:xfrm>
            <a:off x="2356735" y="3965431"/>
            <a:ext cx="5760000" cy="360000"/>
            <a:chOff x="1271752" y="2795751"/>
            <a:chExt cx="3600000" cy="360000"/>
          </a:xfrm>
        </p:grpSpPr>
        <p:sp>
          <p:nvSpPr>
            <p:cNvPr id="52" name="正方形/長方形 5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65" name="グループ化 64"/>
          <p:cNvGrpSpPr/>
          <p:nvPr/>
        </p:nvGrpSpPr>
        <p:grpSpPr>
          <a:xfrm>
            <a:off x="2339311" y="5032083"/>
            <a:ext cx="360000" cy="360000"/>
            <a:chOff x="668813" y="287079"/>
            <a:chExt cx="360000" cy="360000"/>
          </a:xfrm>
        </p:grpSpPr>
        <p:sp>
          <p:nvSpPr>
            <p:cNvPr id="62" name="楕円 61"/>
            <p:cNvSpPr/>
            <p:nvPr/>
          </p:nvSpPr>
          <p:spPr>
            <a:xfrm>
              <a:off x="668813" y="287079"/>
              <a:ext cx="360000" cy="36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3" name="楕円 62"/>
            <p:cNvSpPr/>
            <p:nvPr/>
          </p:nvSpPr>
          <p:spPr>
            <a:xfrm>
              <a:off x="80387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4" name="楕円 63"/>
            <p:cNvSpPr/>
            <p:nvPr/>
          </p:nvSpPr>
          <p:spPr>
            <a:xfrm>
              <a:off x="89834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67" name="楕円 66">
            <a:extLst>
              <a:ext uri="{FF2B5EF4-FFF2-40B4-BE49-F238E27FC236}">
                <a16:creationId xmlns:a16="http://schemas.microsoft.com/office/drawing/2014/main" id="{B989E753-4D57-161F-05EB-B2967F8E35D6}"/>
              </a:ext>
            </a:extLst>
          </p:cNvPr>
          <p:cNvSpPr/>
          <p:nvPr/>
        </p:nvSpPr>
        <p:spPr>
          <a:xfrm>
            <a:off x="3835735" y="3783941"/>
            <a:ext cx="217686" cy="1780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62C6C024-E101-5FB8-32D5-DA2E7A0E1AC1}"/>
              </a:ext>
            </a:extLst>
          </p:cNvPr>
          <p:cNvSpPr/>
          <p:nvPr/>
        </p:nvSpPr>
        <p:spPr>
          <a:xfrm>
            <a:off x="4879398" y="3254666"/>
            <a:ext cx="217686" cy="1780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32E23A42-5460-EEF5-423A-7D6970D0FB5A}"/>
              </a:ext>
            </a:extLst>
          </p:cNvPr>
          <p:cNvSpPr/>
          <p:nvPr/>
        </p:nvSpPr>
        <p:spPr>
          <a:xfrm>
            <a:off x="5199353" y="3752326"/>
            <a:ext cx="217686" cy="1780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楕円 138">
            <a:extLst>
              <a:ext uri="{FF2B5EF4-FFF2-40B4-BE49-F238E27FC236}">
                <a16:creationId xmlns:a16="http://schemas.microsoft.com/office/drawing/2014/main" id="{A729652C-180B-9354-2EE8-1C5D558C993B}"/>
              </a:ext>
            </a:extLst>
          </p:cNvPr>
          <p:cNvSpPr/>
          <p:nvPr/>
        </p:nvSpPr>
        <p:spPr>
          <a:xfrm>
            <a:off x="3891181" y="2478847"/>
            <a:ext cx="217686" cy="17806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8A3FDCBF-6457-4084-D56E-5CEC68444BAC}"/>
              </a:ext>
            </a:extLst>
          </p:cNvPr>
          <p:cNvSpPr txBox="1"/>
          <p:nvPr/>
        </p:nvSpPr>
        <p:spPr>
          <a:xfrm>
            <a:off x="4443205" y="34813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×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31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996963" y="1079671"/>
            <a:ext cx="7560000" cy="46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1996966" y="1079666"/>
            <a:ext cx="3055172" cy="1570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 rot="5400000">
            <a:off x="4652653" y="1479152"/>
            <a:ext cx="2470359" cy="1671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 rot="5400000">
            <a:off x="777578" y="3869353"/>
            <a:ext cx="3109703" cy="6709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 rot="5400000">
            <a:off x="2601741" y="2716121"/>
            <a:ext cx="1803699" cy="1671391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rot="5400000">
            <a:off x="3577441" y="3409280"/>
            <a:ext cx="2234007" cy="715384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 rot="5400000">
            <a:off x="2957794" y="4161232"/>
            <a:ext cx="1086522" cy="16713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 rot="5400000">
            <a:off x="4627733" y="3577815"/>
            <a:ext cx="219480" cy="4144234"/>
          </a:xfrm>
          <a:prstGeom prst="rect">
            <a:avLst/>
          </a:prstGeom>
          <a:solidFill>
            <a:srgbClr val="A6C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4331931" y="4883977"/>
            <a:ext cx="2961754" cy="656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6807180" y="5540189"/>
            <a:ext cx="2749783" cy="21948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7293685" y="4109418"/>
            <a:ext cx="2263278" cy="1430767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 rot="5400000">
            <a:off x="5505937" y="3096229"/>
            <a:ext cx="1333948" cy="2241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 rot="5400000">
            <a:off x="7292991" y="3550718"/>
            <a:ext cx="559388" cy="5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 rot="5400000">
            <a:off x="6720993" y="1934583"/>
            <a:ext cx="1620000" cy="162000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 rot="5400000">
            <a:off x="7713113" y="87546"/>
            <a:ext cx="851730" cy="2835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 rot="5400000">
            <a:off x="8425323" y="2976384"/>
            <a:ext cx="558000" cy="170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/>
        </p:nvSpPr>
        <p:spPr>
          <a:xfrm>
            <a:off x="8326232" y="1898378"/>
            <a:ext cx="1230732" cy="1650251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/>
        </p:nvSpPr>
        <p:spPr>
          <a:xfrm rot="10800000">
            <a:off x="8326232" y="1938327"/>
            <a:ext cx="1230731" cy="161695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/>
          <p:cNvSpPr/>
          <p:nvPr/>
        </p:nvSpPr>
        <p:spPr>
          <a:xfrm>
            <a:off x="2785168" y="2828629"/>
            <a:ext cx="1440000" cy="14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" name="グループ化 22"/>
          <p:cNvGrpSpPr/>
          <p:nvPr/>
        </p:nvGrpSpPr>
        <p:grpSpPr>
          <a:xfrm>
            <a:off x="1996964" y="5399669"/>
            <a:ext cx="2160000" cy="360000"/>
            <a:chOff x="1271752" y="2795751"/>
            <a:chExt cx="3600000" cy="360000"/>
          </a:xfrm>
        </p:grpSpPr>
        <p:sp>
          <p:nvSpPr>
            <p:cNvPr id="24" name="正方形/長方形 2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/>
          <p:cNvGrpSpPr/>
          <p:nvPr/>
        </p:nvGrpSpPr>
        <p:grpSpPr>
          <a:xfrm rot="5400000">
            <a:off x="196962" y="3237929"/>
            <a:ext cx="3960000" cy="360000"/>
            <a:chOff x="1271752" y="2795751"/>
            <a:chExt cx="3600000" cy="360000"/>
          </a:xfrm>
        </p:grpSpPr>
        <p:sp>
          <p:nvSpPr>
            <p:cNvPr id="28" name="正方形/長方形 2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2000688" y="1082196"/>
            <a:ext cx="2520000" cy="360000"/>
            <a:chOff x="1271752" y="2795751"/>
            <a:chExt cx="3600000" cy="360000"/>
          </a:xfrm>
        </p:grpSpPr>
        <p:sp>
          <p:nvSpPr>
            <p:cNvPr id="32" name="正方形/長方形 3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9" name="グループ化 38"/>
          <p:cNvGrpSpPr/>
          <p:nvPr/>
        </p:nvGrpSpPr>
        <p:grpSpPr>
          <a:xfrm rot="5400000">
            <a:off x="8113540" y="2516555"/>
            <a:ext cx="2520000" cy="360000"/>
            <a:chOff x="1271752" y="2795751"/>
            <a:chExt cx="3600000" cy="360000"/>
          </a:xfrm>
        </p:grpSpPr>
        <p:sp>
          <p:nvSpPr>
            <p:cNvPr id="40" name="正方形/長方形 39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3" name="グループ化 42"/>
          <p:cNvGrpSpPr/>
          <p:nvPr/>
        </p:nvGrpSpPr>
        <p:grpSpPr>
          <a:xfrm>
            <a:off x="5235353" y="5403363"/>
            <a:ext cx="4320000" cy="360000"/>
            <a:chOff x="1271752" y="2795751"/>
            <a:chExt cx="3600000" cy="360000"/>
          </a:xfrm>
        </p:grpSpPr>
        <p:sp>
          <p:nvSpPr>
            <p:cNvPr id="44" name="正方形/長方形 4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5" name="グループ化 54"/>
          <p:cNvGrpSpPr/>
          <p:nvPr/>
        </p:nvGrpSpPr>
        <p:grpSpPr>
          <a:xfrm rot="5400000">
            <a:off x="3440163" y="5038799"/>
            <a:ext cx="360000" cy="360000"/>
            <a:chOff x="1271752" y="2795751"/>
            <a:chExt cx="3600000" cy="360000"/>
          </a:xfrm>
        </p:grpSpPr>
        <p:sp>
          <p:nvSpPr>
            <p:cNvPr id="56" name="正方形/長方形 5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5" name="グループ化 64"/>
          <p:cNvGrpSpPr/>
          <p:nvPr/>
        </p:nvGrpSpPr>
        <p:grpSpPr>
          <a:xfrm>
            <a:off x="5301094" y="4327632"/>
            <a:ext cx="360000" cy="360000"/>
            <a:chOff x="668813" y="287079"/>
            <a:chExt cx="360000" cy="360000"/>
          </a:xfrm>
        </p:grpSpPr>
        <p:sp>
          <p:nvSpPr>
            <p:cNvPr id="62" name="楕円 61"/>
            <p:cNvSpPr/>
            <p:nvPr/>
          </p:nvSpPr>
          <p:spPr>
            <a:xfrm>
              <a:off x="668813" y="287079"/>
              <a:ext cx="360000" cy="36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楕円 62"/>
            <p:cNvSpPr/>
            <p:nvPr/>
          </p:nvSpPr>
          <p:spPr>
            <a:xfrm>
              <a:off x="740813" y="474692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楕円 63"/>
            <p:cNvSpPr/>
            <p:nvPr/>
          </p:nvSpPr>
          <p:spPr>
            <a:xfrm>
              <a:off x="866813" y="47468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0" name="グループ化 69"/>
          <p:cNvGrpSpPr/>
          <p:nvPr/>
        </p:nvGrpSpPr>
        <p:grpSpPr>
          <a:xfrm rot="5400000">
            <a:off x="9015329" y="4860114"/>
            <a:ext cx="720000" cy="360000"/>
            <a:chOff x="1271752" y="2795751"/>
            <a:chExt cx="3600000" cy="360000"/>
          </a:xfrm>
        </p:grpSpPr>
        <p:sp>
          <p:nvSpPr>
            <p:cNvPr id="71" name="正方形/長方形 70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4" name="グループ化 73"/>
          <p:cNvGrpSpPr/>
          <p:nvPr/>
        </p:nvGrpSpPr>
        <p:grpSpPr>
          <a:xfrm rot="5400000" flipV="1">
            <a:off x="8642440" y="4861386"/>
            <a:ext cx="360000" cy="720000"/>
            <a:chOff x="7131268" y="2496123"/>
            <a:chExt cx="720000" cy="1440001"/>
          </a:xfrm>
        </p:grpSpPr>
        <p:sp>
          <p:nvSpPr>
            <p:cNvPr id="75" name="平行四辺形 74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平行四辺形 75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3" name="グループ化 82"/>
          <p:cNvGrpSpPr/>
          <p:nvPr/>
        </p:nvGrpSpPr>
        <p:grpSpPr>
          <a:xfrm rot="5400000">
            <a:off x="6675610" y="5046544"/>
            <a:ext cx="360000" cy="360000"/>
            <a:chOff x="1271752" y="2795751"/>
            <a:chExt cx="3600000" cy="360000"/>
          </a:xfrm>
        </p:grpSpPr>
        <p:sp>
          <p:nvSpPr>
            <p:cNvPr id="84" name="正方形/長方形 8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5" name="正方形/長方形 94"/>
          <p:cNvSpPr/>
          <p:nvPr/>
        </p:nvSpPr>
        <p:spPr>
          <a:xfrm>
            <a:off x="8551504" y="1525874"/>
            <a:ext cx="72000" cy="64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フローチャート: せん孔テープ 95"/>
          <p:cNvSpPr/>
          <p:nvPr/>
        </p:nvSpPr>
        <p:spPr>
          <a:xfrm>
            <a:off x="8615933" y="1536296"/>
            <a:ext cx="360000" cy="360000"/>
          </a:xfrm>
          <a:prstGeom prst="flowChartPunchedTape">
            <a:avLst/>
          </a:prstGeom>
          <a:solidFill>
            <a:srgbClr val="FC04A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7" name="グループ化 46"/>
          <p:cNvGrpSpPr/>
          <p:nvPr/>
        </p:nvGrpSpPr>
        <p:grpSpPr>
          <a:xfrm rot="5400000">
            <a:off x="8657321" y="4861483"/>
            <a:ext cx="730122" cy="360000"/>
            <a:chOff x="1271752" y="2795751"/>
            <a:chExt cx="3600000" cy="360000"/>
          </a:xfrm>
        </p:grpSpPr>
        <p:sp>
          <p:nvSpPr>
            <p:cNvPr id="48" name="正方形/長方形 4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8" name="グループ化 107"/>
          <p:cNvGrpSpPr/>
          <p:nvPr/>
        </p:nvGrpSpPr>
        <p:grpSpPr>
          <a:xfrm rot="5400000">
            <a:off x="6309977" y="1073834"/>
            <a:ext cx="720000" cy="720000"/>
            <a:chOff x="499814" y="198946"/>
            <a:chExt cx="720000" cy="720000"/>
          </a:xfrm>
        </p:grpSpPr>
        <p:grpSp>
          <p:nvGrpSpPr>
            <p:cNvPr id="109" name="グループ化 108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13" name="平行四辺形 112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4" name="平行四辺形 113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0" name="グループ化 109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11" name="平行四辺形 110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2" name="平行四辺形 111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5" name="グループ化 34"/>
          <p:cNvGrpSpPr/>
          <p:nvPr/>
        </p:nvGrpSpPr>
        <p:grpSpPr>
          <a:xfrm>
            <a:off x="5600252" y="1083368"/>
            <a:ext cx="3960000" cy="360000"/>
            <a:chOff x="1271752" y="2795751"/>
            <a:chExt cx="3600000" cy="360000"/>
          </a:xfrm>
        </p:grpSpPr>
        <p:sp>
          <p:nvSpPr>
            <p:cNvPr id="36" name="正方形/長方形 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9" name="グループ化 128"/>
          <p:cNvGrpSpPr/>
          <p:nvPr/>
        </p:nvGrpSpPr>
        <p:grpSpPr>
          <a:xfrm rot="5400000">
            <a:off x="2547091" y="3064740"/>
            <a:ext cx="360000" cy="720000"/>
            <a:chOff x="7131268" y="2496123"/>
            <a:chExt cx="720000" cy="1440001"/>
          </a:xfrm>
        </p:grpSpPr>
        <p:sp>
          <p:nvSpPr>
            <p:cNvPr id="130" name="平行四辺形 12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平行四辺形 13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5" name="グループ化 124"/>
          <p:cNvGrpSpPr/>
          <p:nvPr/>
        </p:nvGrpSpPr>
        <p:grpSpPr>
          <a:xfrm rot="5400000">
            <a:off x="2178152" y="3427799"/>
            <a:ext cx="720000" cy="360000"/>
            <a:chOff x="1271752" y="2795751"/>
            <a:chExt cx="3600000" cy="360000"/>
          </a:xfrm>
        </p:grpSpPr>
        <p:sp>
          <p:nvSpPr>
            <p:cNvPr id="126" name="正方形/長方形 12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2" name="グループ化 131"/>
          <p:cNvGrpSpPr/>
          <p:nvPr/>
        </p:nvGrpSpPr>
        <p:grpSpPr>
          <a:xfrm>
            <a:off x="3798949" y="1822926"/>
            <a:ext cx="360000" cy="720000"/>
            <a:chOff x="7131268" y="2496123"/>
            <a:chExt cx="720000" cy="1440001"/>
          </a:xfrm>
        </p:grpSpPr>
        <p:sp>
          <p:nvSpPr>
            <p:cNvPr id="133" name="平行四辺形 13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平行四辺形 13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5" name="グループ化 134"/>
          <p:cNvGrpSpPr/>
          <p:nvPr/>
        </p:nvGrpSpPr>
        <p:grpSpPr>
          <a:xfrm rot="5400000">
            <a:off x="7398078" y="1818886"/>
            <a:ext cx="360000" cy="360000"/>
            <a:chOff x="1271752" y="2795751"/>
            <a:chExt cx="3600000" cy="360000"/>
          </a:xfrm>
        </p:grpSpPr>
        <p:sp>
          <p:nvSpPr>
            <p:cNvPr id="136" name="正方形/長方形 1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正方形/長方形 1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8" name="正方形/長方形 147"/>
          <p:cNvSpPr/>
          <p:nvPr/>
        </p:nvSpPr>
        <p:spPr>
          <a:xfrm rot="5400000">
            <a:off x="-520497" y="3244344"/>
            <a:ext cx="46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2" name="グループ化 151"/>
          <p:cNvGrpSpPr/>
          <p:nvPr/>
        </p:nvGrpSpPr>
        <p:grpSpPr>
          <a:xfrm rot="16200000">
            <a:off x="4683503" y="532374"/>
            <a:ext cx="728562" cy="1083652"/>
            <a:chOff x="10978839" y="180614"/>
            <a:chExt cx="728562" cy="1083652"/>
          </a:xfrm>
        </p:grpSpPr>
        <p:grpSp>
          <p:nvGrpSpPr>
            <p:cNvPr id="153" name="グループ化 152"/>
            <p:cNvGrpSpPr/>
            <p:nvPr/>
          </p:nvGrpSpPr>
          <p:grpSpPr>
            <a:xfrm rot="10800000">
              <a:off x="10987401" y="180614"/>
              <a:ext cx="720000" cy="720000"/>
              <a:chOff x="499814" y="198946"/>
              <a:chExt cx="720000" cy="720000"/>
            </a:xfrm>
          </p:grpSpPr>
          <p:grpSp>
            <p:nvGrpSpPr>
              <p:cNvPr id="157" name="グループ化 156"/>
              <p:cNvGrpSpPr/>
              <p:nvPr/>
            </p:nvGrpSpPr>
            <p:grpSpPr>
              <a:xfrm rot="5400000">
                <a:off x="679814" y="1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61" name="平行四辺形 160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62" name="平行四辺形 161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  <p:grpSp>
            <p:nvGrpSpPr>
              <p:cNvPr id="158" name="グループ化 157"/>
              <p:cNvGrpSpPr/>
              <p:nvPr/>
            </p:nvGrpSpPr>
            <p:grpSpPr>
              <a:xfrm rot="5400000">
                <a:off x="679814" y="37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59" name="平行四辺形 158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60" name="平行四辺形 159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</p:grpSp>
        <p:grpSp>
          <p:nvGrpSpPr>
            <p:cNvPr id="154" name="グループ化 153"/>
            <p:cNvGrpSpPr/>
            <p:nvPr/>
          </p:nvGrpSpPr>
          <p:grpSpPr>
            <a:xfrm rot="16200000">
              <a:off x="11158839" y="724266"/>
              <a:ext cx="360000" cy="720000"/>
              <a:chOff x="7131268" y="2496123"/>
              <a:chExt cx="720000" cy="1440001"/>
            </a:xfrm>
          </p:grpSpPr>
          <p:sp>
            <p:nvSpPr>
              <p:cNvPr id="155" name="平行四辺形 154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56" name="平行四辺形 155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50" name="正方形/長方形 149"/>
          <p:cNvSpPr/>
          <p:nvPr/>
        </p:nvSpPr>
        <p:spPr>
          <a:xfrm>
            <a:off x="1630127" y="720776"/>
            <a:ext cx="82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3" name="グループ化 162"/>
          <p:cNvGrpSpPr/>
          <p:nvPr/>
        </p:nvGrpSpPr>
        <p:grpSpPr>
          <a:xfrm rot="5400000">
            <a:off x="4342334" y="5203138"/>
            <a:ext cx="728562" cy="1083652"/>
            <a:chOff x="10978839" y="180614"/>
            <a:chExt cx="728562" cy="1083652"/>
          </a:xfrm>
        </p:grpSpPr>
        <p:grpSp>
          <p:nvGrpSpPr>
            <p:cNvPr id="164" name="グループ化 163"/>
            <p:cNvGrpSpPr/>
            <p:nvPr/>
          </p:nvGrpSpPr>
          <p:grpSpPr>
            <a:xfrm rot="10800000">
              <a:off x="10987401" y="180614"/>
              <a:ext cx="720000" cy="720000"/>
              <a:chOff x="499814" y="198946"/>
              <a:chExt cx="720000" cy="720000"/>
            </a:xfrm>
          </p:grpSpPr>
          <p:grpSp>
            <p:nvGrpSpPr>
              <p:cNvPr id="168" name="グループ化 167"/>
              <p:cNvGrpSpPr/>
              <p:nvPr/>
            </p:nvGrpSpPr>
            <p:grpSpPr>
              <a:xfrm rot="5400000">
                <a:off x="679814" y="1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72" name="平行四辺形 171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73" name="平行四辺形 172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  <p:grpSp>
            <p:nvGrpSpPr>
              <p:cNvPr id="169" name="グループ化 168"/>
              <p:cNvGrpSpPr/>
              <p:nvPr/>
            </p:nvGrpSpPr>
            <p:grpSpPr>
              <a:xfrm rot="5400000">
                <a:off x="679814" y="37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70" name="平行四辺形 169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71" name="平行四辺形 170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</p:grpSp>
        <p:grpSp>
          <p:nvGrpSpPr>
            <p:cNvPr id="165" name="グループ化 164"/>
            <p:cNvGrpSpPr/>
            <p:nvPr/>
          </p:nvGrpSpPr>
          <p:grpSpPr>
            <a:xfrm rot="16200000">
              <a:off x="11158839" y="724266"/>
              <a:ext cx="360000" cy="720000"/>
              <a:chOff x="7131268" y="2496123"/>
              <a:chExt cx="720000" cy="1440001"/>
            </a:xfrm>
          </p:grpSpPr>
          <p:sp>
            <p:nvSpPr>
              <p:cNvPr id="166" name="平行四辺形 165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67" name="平行四辺形 166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51" name="正方形/長方形 150"/>
          <p:cNvSpPr/>
          <p:nvPr/>
        </p:nvSpPr>
        <p:spPr>
          <a:xfrm>
            <a:off x="1636963" y="5750193"/>
            <a:ext cx="82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4" name="グループ化 173"/>
          <p:cNvGrpSpPr/>
          <p:nvPr/>
        </p:nvGrpSpPr>
        <p:grpSpPr>
          <a:xfrm rot="10800000">
            <a:off x="9205897" y="3954921"/>
            <a:ext cx="720000" cy="720000"/>
            <a:chOff x="499814" y="198946"/>
            <a:chExt cx="720000" cy="720000"/>
          </a:xfrm>
        </p:grpSpPr>
        <p:grpSp>
          <p:nvGrpSpPr>
            <p:cNvPr id="175" name="グループ化 174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79" name="平行四辺形 178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80" name="平行四辺形 179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76" name="グループ化 175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77" name="平行四辺形 176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78" name="平行四辺形 177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49" name="正方形/長方形 148"/>
          <p:cNvSpPr/>
          <p:nvPr/>
        </p:nvSpPr>
        <p:spPr>
          <a:xfrm rot="5400000">
            <a:off x="7398433" y="3238510"/>
            <a:ext cx="46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1" name="グループ化 180"/>
          <p:cNvGrpSpPr/>
          <p:nvPr/>
        </p:nvGrpSpPr>
        <p:grpSpPr>
          <a:xfrm rot="10800000">
            <a:off x="3286194" y="2396072"/>
            <a:ext cx="5199936" cy="2163130"/>
            <a:chOff x="3286194" y="2396062"/>
            <a:chExt cx="5199936" cy="2163130"/>
          </a:xfrm>
          <a:solidFill>
            <a:schemeClr val="accent2"/>
          </a:solidFill>
        </p:grpSpPr>
        <p:sp>
          <p:nvSpPr>
            <p:cNvPr id="182" name="下矢印 181"/>
            <p:cNvSpPr/>
            <p:nvPr/>
          </p:nvSpPr>
          <p:spPr>
            <a:xfrm>
              <a:off x="3286194" y="2399192"/>
              <a:ext cx="2160000" cy="216000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下矢印 182"/>
            <p:cNvSpPr/>
            <p:nvPr/>
          </p:nvSpPr>
          <p:spPr>
            <a:xfrm>
              <a:off x="6326130" y="2396062"/>
              <a:ext cx="2160000" cy="2160000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59" name="グループ化 58"/>
          <p:cNvGrpSpPr/>
          <p:nvPr/>
        </p:nvGrpSpPr>
        <p:grpSpPr>
          <a:xfrm rot="10800000">
            <a:off x="4153539" y="3965431"/>
            <a:ext cx="360000" cy="720000"/>
            <a:chOff x="7131268" y="2496123"/>
            <a:chExt cx="720000" cy="1440001"/>
          </a:xfrm>
        </p:grpSpPr>
        <p:sp>
          <p:nvSpPr>
            <p:cNvPr id="60" name="平行四辺形 5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平行四辺形 6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9" name="グループ化 118"/>
          <p:cNvGrpSpPr/>
          <p:nvPr/>
        </p:nvGrpSpPr>
        <p:grpSpPr>
          <a:xfrm>
            <a:off x="4518177" y="3604874"/>
            <a:ext cx="360000" cy="720000"/>
            <a:chOff x="7131268" y="2496123"/>
            <a:chExt cx="720000" cy="1440001"/>
          </a:xfrm>
        </p:grpSpPr>
        <p:sp>
          <p:nvSpPr>
            <p:cNvPr id="120" name="平行四辺形 11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平行四辺形 12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7" name="グループ化 96"/>
          <p:cNvGrpSpPr/>
          <p:nvPr/>
        </p:nvGrpSpPr>
        <p:grpSpPr>
          <a:xfrm>
            <a:off x="3429135" y="2171458"/>
            <a:ext cx="2880000" cy="360000"/>
            <a:chOff x="1271752" y="2795751"/>
            <a:chExt cx="3600000" cy="360000"/>
          </a:xfrm>
        </p:grpSpPr>
        <p:sp>
          <p:nvSpPr>
            <p:cNvPr id="98" name="正方形/長方形 9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5" name="グループ化 114"/>
          <p:cNvGrpSpPr/>
          <p:nvPr/>
        </p:nvGrpSpPr>
        <p:grpSpPr>
          <a:xfrm rot="5400000">
            <a:off x="4695353" y="2718140"/>
            <a:ext cx="720000" cy="360000"/>
            <a:chOff x="1271752" y="2795751"/>
            <a:chExt cx="3600000" cy="360000"/>
          </a:xfrm>
        </p:grpSpPr>
        <p:sp>
          <p:nvSpPr>
            <p:cNvPr id="116" name="正方形/長方形 11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7" name="グループ化 106"/>
          <p:cNvGrpSpPr/>
          <p:nvPr/>
        </p:nvGrpSpPr>
        <p:grpSpPr>
          <a:xfrm rot="10800000">
            <a:off x="6689471" y="2540642"/>
            <a:ext cx="720000" cy="720000"/>
            <a:chOff x="499814" y="198946"/>
            <a:chExt cx="720000" cy="720000"/>
          </a:xfrm>
        </p:grpSpPr>
        <p:grpSp>
          <p:nvGrpSpPr>
            <p:cNvPr id="101" name="グループ化 100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02" name="平行四辺形 101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平行四辺形 102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4" name="グループ化 103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05" name="平行四辺形 104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6" name="平行四辺形 105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22" name="グループ化 121"/>
          <p:cNvGrpSpPr/>
          <p:nvPr/>
        </p:nvGrpSpPr>
        <p:grpSpPr>
          <a:xfrm>
            <a:off x="5604716" y="3597133"/>
            <a:ext cx="360000" cy="720000"/>
            <a:chOff x="7131268" y="2496123"/>
            <a:chExt cx="720000" cy="1440001"/>
          </a:xfrm>
        </p:grpSpPr>
        <p:sp>
          <p:nvSpPr>
            <p:cNvPr id="123" name="平行四辺形 12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平行四辺形 12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/>
          <p:cNvGrpSpPr/>
          <p:nvPr/>
        </p:nvGrpSpPr>
        <p:grpSpPr>
          <a:xfrm rot="10800000">
            <a:off x="7391590" y="3973489"/>
            <a:ext cx="360000" cy="720000"/>
            <a:chOff x="7131268" y="2496123"/>
            <a:chExt cx="720000" cy="1440001"/>
          </a:xfrm>
        </p:grpSpPr>
        <p:sp>
          <p:nvSpPr>
            <p:cNvPr id="78" name="平行四辺形 77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平行四辺形 78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0" name="グループ化 79"/>
          <p:cNvGrpSpPr/>
          <p:nvPr/>
        </p:nvGrpSpPr>
        <p:grpSpPr>
          <a:xfrm rot="5400000">
            <a:off x="7926697" y="3786905"/>
            <a:ext cx="360000" cy="720000"/>
            <a:chOff x="7131268" y="2496123"/>
            <a:chExt cx="720000" cy="1440001"/>
          </a:xfrm>
        </p:grpSpPr>
        <p:sp>
          <p:nvSpPr>
            <p:cNvPr id="81" name="平行四辺形 80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平行四辺形 81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1" name="グループ化 50"/>
          <p:cNvGrpSpPr/>
          <p:nvPr/>
        </p:nvGrpSpPr>
        <p:grpSpPr>
          <a:xfrm>
            <a:off x="2356735" y="3965431"/>
            <a:ext cx="5760000" cy="360000"/>
            <a:chOff x="1271752" y="2795751"/>
            <a:chExt cx="3600000" cy="360000"/>
          </a:xfrm>
        </p:grpSpPr>
        <p:sp>
          <p:nvSpPr>
            <p:cNvPr id="52" name="正方形/長方形 5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7" name="グループ化 86"/>
          <p:cNvGrpSpPr/>
          <p:nvPr/>
        </p:nvGrpSpPr>
        <p:grpSpPr>
          <a:xfrm rot="5400000">
            <a:off x="6855610" y="2707799"/>
            <a:ext cx="720000" cy="360000"/>
            <a:chOff x="1271752" y="2795751"/>
            <a:chExt cx="3600000" cy="360000"/>
          </a:xfrm>
        </p:grpSpPr>
        <p:sp>
          <p:nvSpPr>
            <p:cNvPr id="88" name="正方形/長方形 8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1" name="グループ化 90"/>
          <p:cNvGrpSpPr/>
          <p:nvPr/>
        </p:nvGrpSpPr>
        <p:grpSpPr>
          <a:xfrm>
            <a:off x="7035747" y="2172521"/>
            <a:ext cx="2160000" cy="360000"/>
            <a:chOff x="1271752" y="2795751"/>
            <a:chExt cx="3600000" cy="360000"/>
          </a:xfrm>
        </p:grpSpPr>
        <p:sp>
          <p:nvSpPr>
            <p:cNvPr id="92" name="正方形/長方形 9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431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996963" y="1079671"/>
            <a:ext cx="7560000" cy="46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996966" y="1079666"/>
            <a:ext cx="3055172" cy="1570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正方形/長方形 5"/>
          <p:cNvSpPr/>
          <p:nvPr/>
        </p:nvSpPr>
        <p:spPr>
          <a:xfrm rot="5400000">
            <a:off x="4652653" y="1479152"/>
            <a:ext cx="2470359" cy="1671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正方形/長方形 6"/>
          <p:cNvSpPr/>
          <p:nvPr/>
        </p:nvSpPr>
        <p:spPr>
          <a:xfrm rot="5400000">
            <a:off x="777578" y="3869353"/>
            <a:ext cx="3109703" cy="6709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8" name="正方形/長方形 7"/>
          <p:cNvSpPr/>
          <p:nvPr/>
        </p:nvSpPr>
        <p:spPr>
          <a:xfrm rot="5400000">
            <a:off x="2601741" y="2716121"/>
            <a:ext cx="1803699" cy="1671391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" name="正方形/長方形 8"/>
          <p:cNvSpPr/>
          <p:nvPr/>
        </p:nvSpPr>
        <p:spPr>
          <a:xfrm rot="5400000">
            <a:off x="3577441" y="3409280"/>
            <a:ext cx="2234007" cy="715384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正方形/長方形 9"/>
          <p:cNvSpPr/>
          <p:nvPr/>
        </p:nvSpPr>
        <p:spPr>
          <a:xfrm rot="5400000">
            <a:off x="2957794" y="4161232"/>
            <a:ext cx="1086522" cy="16713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 rot="5400000">
            <a:off x="4627733" y="3577815"/>
            <a:ext cx="219480" cy="4144234"/>
          </a:xfrm>
          <a:prstGeom prst="rect">
            <a:avLst/>
          </a:prstGeom>
          <a:solidFill>
            <a:srgbClr val="A6C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331931" y="4883977"/>
            <a:ext cx="2961754" cy="656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6807180" y="5540189"/>
            <a:ext cx="2749783" cy="21948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7293685" y="4109418"/>
            <a:ext cx="2263278" cy="1430767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" name="正方形/長方形 14"/>
          <p:cNvSpPr/>
          <p:nvPr/>
        </p:nvSpPr>
        <p:spPr>
          <a:xfrm rot="5400000">
            <a:off x="5505937" y="3096229"/>
            <a:ext cx="1333948" cy="2241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6" name="正方形/長方形 15"/>
          <p:cNvSpPr/>
          <p:nvPr/>
        </p:nvSpPr>
        <p:spPr>
          <a:xfrm rot="5400000">
            <a:off x="7292991" y="3550718"/>
            <a:ext cx="559388" cy="5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7" name="正方形/長方形 16"/>
          <p:cNvSpPr/>
          <p:nvPr/>
        </p:nvSpPr>
        <p:spPr>
          <a:xfrm rot="5400000">
            <a:off x="6720993" y="1934583"/>
            <a:ext cx="1620000" cy="162000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正方形/長方形 17"/>
          <p:cNvSpPr/>
          <p:nvPr/>
        </p:nvSpPr>
        <p:spPr>
          <a:xfrm rot="5400000">
            <a:off x="7713113" y="87546"/>
            <a:ext cx="851730" cy="2835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9" name="正方形/長方形 18"/>
          <p:cNvSpPr/>
          <p:nvPr/>
        </p:nvSpPr>
        <p:spPr>
          <a:xfrm rot="5400000">
            <a:off x="8425323" y="2976384"/>
            <a:ext cx="558000" cy="170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8326232" y="1898378"/>
            <a:ext cx="1230732" cy="1650251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0800000">
            <a:off x="8326232" y="1938327"/>
            <a:ext cx="1230731" cy="161695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2" name="楕円 21"/>
          <p:cNvSpPr/>
          <p:nvPr/>
        </p:nvSpPr>
        <p:spPr>
          <a:xfrm>
            <a:off x="2785168" y="2828629"/>
            <a:ext cx="1440000" cy="14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55" name="グループ化 54"/>
          <p:cNvGrpSpPr/>
          <p:nvPr/>
        </p:nvGrpSpPr>
        <p:grpSpPr>
          <a:xfrm rot="5400000">
            <a:off x="3440163" y="5038799"/>
            <a:ext cx="360000" cy="360000"/>
            <a:chOff x="1271752" y="2795751"/>
            <a:chExt cx="3600000" cy="360000"/>
          </a:xfrm>
        </p:grpSpPr>
        <p:sp>
          <p:nvSpPr>
            <p:cNvPr id="56" name="正方形/長方形 5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65" name="グループ化 64"/>
          <p:cNvGrpSpPr/>
          <p:nvPr/>
        </p:nvGrpSpPr>
        <p:grpSpPr>
          <a:xfrm>
            <a:off x="2361137" y="2225850"/>
            <a:ext cx="360000" cy="360000"/>
            <a:chOff x="668813" y="287079"/>
            <a:chExt cx="360000" cy="360000"/>
          </a:xfrm>
        </p:grpSpPr>
        <p:sp>
          <p:nvSpPr>
            <p:cNvPr id="62" name="楕円 61"/>
            <p:cNvSpPr/>
            <p:nvPr/>
          </p:nvSpPr>
          <p:spPr>
            <a:xfrm>
              <a:off x="668813" y="287079"/>
              <a:ext cx="360000" cy="36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3" name="楕円 62"/>
            <p:cNvSpPr/>
            <p:nvPr/>
          </p:nvSpPr>
          <p:spPr>
            <a:xfrm rot="5584325">
              <a:off x="870718" y="322076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4" name="楕円 63"/>
            <p:cNvSpPr/>
            <p:nvPr/>
          </p:nvSpPr>
          <p:spPr>
            <a:xfrm rot="5400000">
              <a:off x="874025" y="414103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4" name="グループ化 73"/>
          <p:cNvGrpSpPr/>
          <p:nvPr/>
        </p:nvGrpSpPr>
        <p:grpSpPr>
          <a:xfrm rot="5400000" flipV="1">
            <a:off x="8642440" y="4861386"/>
            <a:ext cx="360000" cy="720000"/>
            <a:chOff x="7131268" y="2496123"/>
            <a:chExt cx="720000" cy="1440001"/>
          </a:xfrm>
        </p:grpSpPr>
        <p:sp>
          <p:nvSpPr>
            <p:cNvPr id="75" name="平行四辺形 74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6" name="平行四辺形 75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3" name="グループ化 82"/>
          <p:cNvGrpSpPr/>
          <p:nvPr/>
        </p:nvGrpSpPr>
        <p:grpSpPr>
          <a:xfrm rot="5400000">
            <a:off x="6675610" y="5046544"/>
            <a:ext cx="360000" cy="360000"/>
            <a:chOff x="1271752" y="2795751"/>
            <a:chExt cx="3600000" cy="360000"/>
          </a:xfrm>
        </p:grpSpPr>
        <p:sp>
          <p:nvSpPr>
            <p:cNvPr id="84" name="正方形/長方形 8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95" name="正方形/長方形 94"/>
          <p:cNvSpPr/>
          <p:nvPr/>
        </p:nvSpPr>
        <p:spPr>
          <a:xfrm>
            <a:off x="8551504" y="1525874"/>
            <a:ext cx="72000" cy="64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6" name="フローチャート: せん孔テープ 95"/>
          <p:cNvSpPr/>
          <p:nvPr/>
        </p:nvSpPr>
        <p:spPr>
          <a:xfrm>
            <a:off x="8615933" y="1536296"/>
            <a:ext cx="360000" cy="360000"/>
          </a:xfrm>
          <a:prstGeom prst="flowChartPunchedTape">
            <a:avLst/>
          </a:prstGeom>
          <a:solidFill>
            <a:srgbClr val="FC04A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47" name="グループ化 46"/>
          <p:cNvGrpSpPr/>
          <p:nvPr/>
        </p:nvGrpSpPr>
        <p:grpSpPr>
          <a:xfrm rot="5400000">
            <a:off x="8657321" y="4861483"/>
            <a:ext cx="730122" cy="360000"/>
            <a:chOff x="1271752" y="2795751"/>
            <a:chExt cx="3600000" cy="360000"/>
          </a:xfrm>
        </p:grpSpPr>
        <p:sp>
          <p:nvSpPr>
            <p:cNvPr id="48" name="正方形/長方形 4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8" name="グループ化 107"/>
          <p:cNvGrpSpPr/>
          <p:nvPr/>
        </p:nvGrpSpPr>
        <p:grpSpPr>
          <a:xfrm rot="5400000">
            <a:off x="6309977" y="1073834"/>
            <a:ext cx="720000" cy="720000"/>
            <a:chOff x="499814" y="198946"/>
            <a:chExt cx="720000" cy="720000"/>
          </a:xfrm>
        </p:grpSpPr>
        <p:grpSp>
          <p:nvGrpSpPr>
            <p:cNvPr id="109" name="グループ化 108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13" name="平行四辺形 112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4" name="平行四辺形 113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10" name="グループ化 109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11" name="平行四辺形 110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2" name="平行四辺形 111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129" name="グループ化 128"/>
          <p:cNvGrpSpPr/>
          <p:nvPr/>
        </p:nvGrpSpPr>
        <p:grpSpPr>
          <a:xfrm rot="5400000">
            <a:off x="2547091" y="3064740"/>
            <a:ext cx="360000" cy="720000"/>
            <a:chOff x="7131268" y="2496123"/>
            <a:chExt cx="720000" cy="1440001"/>
          </a:xfrm>
        </p:grpSpPr>
        <p:sp>
          <p:nvSpPr>
            <p:cNvPr id="130" name="平行四辺形 12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1" name="平行四辺形 13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5" name="グループ化 124"/>
          <p:cNvGrpSpPr/>
          <p:nvPr/>
        </p:nvGrpSpPr>
        <p:grpSpPr>
          <a:xfrm rot="5400000">
            <a:off x="2178152" y="3427799"/>
            <a:ext cx="720000" cy="360000"/>
            <a:chOff x="1271752" y="2795751"/>
            <a:chExt cx="3600000" cy="360000"/>
          </a:xfrm>
        </p:grpSpPr>
        <p:sp>
          <p:nvSpPr>
            <p:cNvPr id="126" name="正方形/長方形 12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7" name="正方形/長方形 12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2" name="グループ化 131"/>
          <p:cNvGrpSpPr/>
          <p:nvPr/>
        </p:nvGrpSpPr>
        <p:grpSpPr>
          <a:xfrm>
            <a:off x="3798949" y="1822926"/>
            <a:ext cx="360000" cy="720000"/>
            <a:chOff x="7131268" y="2496123"/>
            <a:chExt cx="720000" cy="1440001"/>
          </a:xfrm>
        </p:grpSpPr>
        <p:sp>
          <p:nvSpPr>
            <p:cNvPr id="133" name="平行四辺形 13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4" name="平行四辺形 13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5" name="グループ化 134"/>
          <p:cNvGrpSpPr/>
          <p:nvPr/>
        </p:nvGrpSpPr>
        <p:grpSpPr>
          <a:xfrm rot="5400000">
            <a:off x="7398078" y="1818886"/>
            <a:ext cx="360000" cy="360000"/>
            <a:chOff x="1271752" y="2795751"/>
            <a:chExt cx="3600000" cy="360000"/>
          </a:xfrm>
        </p:grpSpPr>
        <p:sp>
          <p:nvSpPr>
            <p:cNvPr id="136" name="正方形/長方形 1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7" name="正方形/長方形 1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8" name="正方形/長方形 1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2" name="正方形/長方形 1"/>
          <p:cNvSpPr/>
          <p:nvPr/>
        </p:nvSpPr>
        <p:spPr>
          <a:xfrm rot="5400000">
            <a:off x="190560" y="3237726"/>
            <a:ext cx="39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9" name="正方形/長方形 138"/>
          <p:cNvSpPr/>
          <p:nvPr/>
        </p:nvSpPr>
        <p:spPr>
          <a:xfrm rot="5400000">
            <a:off x="8114597" y="2517244"/>
            <a:ext cx="25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0" name="正方形/長方形 139"/>
          <p:cNvSpPr/>
          <p:nvPr/>
        </p:nvSpPr>
        <p:spPr>
          <a:xfrm rot="5400000">
            <a:off x="9009803" y="4859121"/>
            <a:ext cx="73118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1" name="正方形/長方形 140"/>
          <p:cNvSpPr/>
          <p:nvPr/>
        </p:nvSpPr>
        <p:spPr>
          <a:xfrm>
            <a:off x="5593540" y="1078512"/>
            <a:ext cx="39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2" name="正方形/長方形 141"/>
          <p:cNvSpPr/>
          <p:nvPr/>
        </p:nvSpPr>
        <p:spPr>
          <a:xfrm>
            <a:off x="1997936" y="1083016"/>
            <a:ext cx="25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3" name="正方形/長方形 142"/>
          <p:cNvSpPr/>
          <p:nvPr/>
        </p:nvSpPr>
        <p:spPr>
          <a:xfrm>
            <a:off x="5241363" y="5397431"/>
            <a:ext cx="43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4" name="正方形/長方形 143"/>
          <p:cNvSpPr/>
          <p:nvPr/>
        </p:nvSpPr>
        <p:spPr>
          <a:xfrm>
            <a:off x="1999520" y="5396811"/>
            <a:ext cx="21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177" name="グループ化 176"/>
          <p:cNvGrpSpPr/>
          <p:nvPr/>
        </p:nvGrpSpPr>
        <p:grpSpPr>
          <a:xfrm>
            <a:off x="3286194" y="2396062"/>
            <a:ext cx="5199936" cy="2163130"/>
            <a:chOff x="3286194" y="2396062"/>
            <a:chExt cx="5199936" cy="2163130"/>
          </a:xfrm>
        </p:grpSpPr>
        <p:sp>
          <p:nvSpPr>
            <p:cNvPr id="178" name="下矢印 177"/>
            <p:cNvSpPr/>
            <p:nvPr/>
          </p:nvSpPr>
          <p:spPr>
            <a:xfrm rot="5400000">
              <a:off x="3286194" y="2399192"/>
              <a:ext cx="2160000" cy="216000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下矢印 178"/>
            <p:cNvSpPr/>
            <p:nvPr/>
          </p:nvSpPr>
          <p:spPr>
            <a:xfrm rot="5400000">
              <a:off x="6326130" y="2396062"/>
              <a:ext cx="2160000" cy="2160000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59" name="グループ化 58"/>
          <p:cNvGrpSpPr/>
          <p:nvPr/>
        </p:nvGrpSpPr>
        <p:grpSpPr>
          <a:xfrm rot="10800000">
            <a:off x="4153539" y="3965431"/>
            <a:ext cx="360000" cy="720000"/>
            <a:chOff x="7131268" y="2496123"/>
            <a:chExt cx="720000" cy="1440001"/>
          </a:xfrm>
        </p:grpSpPr>
        <p:sp>
          <p:nvSpPr>
            <p:cNvPr id="60" name="平行四辺形 5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1" name="平行四辺形 6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2" name="グループ化 121"/>
          <p:cNvGrpSpPr/>
          <p:nvPr/>
        </p:nvGrpSpPr>
        <p:grpSpPr>
          <a:xfrm>
            <a:off x="5604716" y="3597133"/>
            <a:ext cx="360000" cy="720000"/>
            <a:chOff x="7131268" y="2496123"/>
            <a:chExt cx="720000" cy="1440001"/>
          </a:xfrm>
        </p:grpSpPr>
        <p:sp>
          <p:nvSpPr>
            <p:cNvPr id="123" name="平行四辺形 12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4" name="平行四辺形 12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7" name="グループ化 76"/>
          <p:cNvGrpSpPr/>
          <p:nvPr/>
        </p:nvGrpSpPr>
        <p:grpSpPr>
          <a:xfrm rot="10800000">
            <a:off x="7391590" y="3973489"/>
            <a:ext cx="360000" cy="720000"/>
            <a:chOff x="7131268" y="2496123"/>
            <a:chExt cx="720000" cy="1440001"/>
          </a:xfrm>
        </p:grpSpPr>
        <p:sp>
          <p:nvSpPr>
            <p:cNvPr id="78" name="平行四辺形 77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9" name="平行四辺形 78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0" name="グループ化 79"/>
          <p:cNvGrpSpPr/>
          <p:nvPr/>
        </p:nvGrpSpPr>
        <p:grpSpPr>
          <a:xfrm rot="5400000">
            <a:off x="7926697" y="3786905"/>
            <a:ext cx="360000" cy="720000"/>
            <a:chOff x="7131268" y="2496123"/>
            <a:chExt cx="720000" cy="1440001"/>
          </a:xfrm>
        </p:grpSpPr>
        <p:sp>
          <p:nvSpPr>
            <p:cNvPr id="81" name="平行四辺形 80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2" name="平行四辺形 81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7" name="グループ化 106"/>
          <p:cNvGrpSpPr/>
          <p:nvPr/>
        </p:nvGrpSpPr>
        <p:grpSpPr>
          <a:xfrm rot="10800000">
            <a:off x="6689471" y="2540642"/>
            <a:ext cx="720000" cy="720000"/>
            <a:chOff x="499814" y="198946"/>
            <a:chExt cx="720000" cy="720000"/>
          </a:xfrm>
        </p:grpSpPr>
        <p:grpSp>
          <p:nvGrpSpPr>
            <p:cNvPr id="101" name="グループ化 100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02" name="平行四辺形 101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3" name="平行四辺形 102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04" name="グループ化 103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05" name="平行四辺形 104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6" name="平行四辺形 105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97" name="グループ化 96"/>
          <p:cNvGrpSpPr/>
          <p:nvPr/>
        </p:nvGrpSpPr>
        <p:grpSpPr>
          <a:xfrm>
            <a:off x="3429135" y="2171458"/>
            <a:ext cx="2880000" cy="360000"/>
            <a:chOff x="1271752" y="2795751"/>
            <a:chExt cx="3600000" cy="360000"/>
          </a:xfrm>
        </p:grpSpPr>
        <p:sp>
          <p:nvSpPr>
            <p:cNvPr id="98" name="正方形/長方形 9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9" name="正方形/長方形 9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15" name="グループ化 114"/>
          <p:cNvGrpSpPr/>
          <p:nvPr/>
        </p:nvGrpSpPr>
        <p:grpSpPr>
          <a:xfrm rot="5400000">
            <a:off x="4695353" y="2718140"/>
            <a:ext cx="720000" cy="360000"/>
            <a:chOff x="1271752" y="2795751"/>
            <a:chExt cx="3600000" cy="360000"/>
          </a:xfrm>
        </p:grpSpPr>
        <p:sp>
          <p:nvSpPr>
            <p:cNvPr id="116" name="正方形/長方形 11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7" name="正方形/長方形 11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91" name="グループ化 90"/>
          <p:cNvGrpSpPr/>
          <p:nvPr/>
        </p:nvGrpSpPr>
        <p:grpSpPr>
          <a:xfrm>
            <a:off x="7035747" y="2172521"/>
            <a:ext cx="2160000" cy="360000"/>
            <a:chOff x="1271752" y="2795751"/>
            <a:chExt cx="3600000" cy="360000"/>
          </a:xfrm>
        </p:grpSpPr>
        <p:sp>
          <p:nvSpPr>
            <p:cNvPr id="92" name="正方形/長方形 9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19" name="グループ化 118"/>
          <p:cNvGrpSpPr/>
          <p:nvPr/>
        </p:nvGrpSpPr>
        <p:grpSpPr>
          <a:xfrm>
            <a:off x="4518177" y="3604874"/>
            <a:ext cx="360000" cy="720000"/>
            <a:chOff x="7131268" y="2496123"/>
            <a:chExt cx="720000" cy="1440001"/>
          </a:xfrm>
        </p:grpSpPr>
        <p:sp>
          <p:nvSpPr>
            <p:cNvPr id="120" name="平行四辺形 11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1" name="平行四辺形 12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7" name="グループ化 86"/>
          <p:cNvGrpSpPr/>
          <p:nvPr/>
        </p:nvGrpSpPr>
        <p:grpSpPr>
          <a:xfrm rot="5400000">
            <a:off x="6855610" y="2707799"/>
            <a:ext cx="720000" cy="360000"/>
            <a:chOff x="1271752" y="2795751"/>
            <a:chExt cx="3600000" cy="360000"/>
          </a:xfrm>
        </p:grpSpPr>
        <p:sp>
          <p:nvSpPr>
            <p:cNvPr id="88" name="正方形/長方形 8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0" name="正方形/長方形 8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51" name="グループ化 50"/>
          <p:cNvGrpSpPr/>
          <p:nvPr/>
        </p:nvGrpSpPr>
        <p:grpSpPr>
          <a:xfrm>
            <a:off x="2356735" y="3965431"/>
            <a:ext cx="5760000" cy="360000"/>
            <a:chOff x="1271752" y="2795751"/>
            <a:chExt cx="3600000" cy="360000"/>
          </a:xfrm>
        </p:grpSpPr>
        <p:sp>
          <p:nvSpPr>
            <p:cNvPr id="52" name="正方形/長方形 5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186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996963" y="1079671"/>
            <a:ext cx="7560000" cy="46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996966" y="1079666"/>
            <a:ext cx="3055172" cy="15703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正方形/長方形 5"/>
          <p:cNvSpPr/>
          <p:nvPr/>
        </p:nvSpPr>
        <p:spPr>
          <a:xfrm rot="5400000">
            <a:off x="4652653" y="1479152"/>
            <a:ext cx="2470359" cy="1671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" name="正方形/長方形 6"/>
          <p:cNvSpPr/>
          <p:nvPr/>
        </p:nvSpPr>
        <p:spPr>
          <a:xfrm rot="5400000">
            <a:off x="777578" y="3869353"/>
            <a:ext cx="3109703" cy="6709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8" name="正方形/長方形 7"/>
          <p:cNvSpPr/>
          <p:nvPr/>
        </p:nvSpPr>
        <p:spPr>
          <a:xfrm rot="5400000">
            <a:off x="2601741" y="2716121"/>
            <a:ext cx="1803699" cy="1671391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" name="正方形/長方形 8"/>
          <p:cNvSpPr/>
          <p:nvPr/>
        </p:nvSpPr>
        <p:spPr>
          <a:xfrm rot="5400000">
            <a:off x="3577441" y="3409280"/>
            <a:ext cx="2234007" cy="715384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正方形/長方形 9"/>
          <p:cNvSpPr/>
          <p:nvPr/>
        </p:nvSpPr>
        <p:spPr>
          <a:xfrm rot="5400000">
            <a:off x="2957794" y="4161232"/>
            <a:ext cx="1086522" cy="16713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 rot="5400000">
            <a:off x="4627733" y="3577815"/>
            <a:ext cx="219480" cy="4144234"/>
          </a:xfrm>
          <a:prstGeom prst="rect">
            <a:avLst/>
          </a:prstGeom>
          <a:solidFill>
            <a:srgbClr val="A6C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4331931" y="4883977"/>
            <a:ext cx="2961754" cy="656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6807180" y="5540189"/>
            <a:ext cx="2749783" cy="21948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7293685" y="4109418"/>
            <a:ext cx="2263278" cy="1430767"/>
          </a:xfrm>
          <a:prstGeom prst="rect">
            <a:avLst/>
          </a:prstGeom>
          <a:solidFill>
            <a:srgbClr val="C7DD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" name="正方形/長方形 14"/>
          <p:cNvSpPr/>
          <p:nvPr/>
        </p:nvSpPr>
        <p:spPr>
          <a:xfrm rot="5400000">
            <a:off x="5505937" y="3096229"/>
            <a:ext cx="1333948" cy="2241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6" name="正方形/長方形 15"/>
          <p:cNvSpPr/>
          <p:nvPr/>
        </p:nvSpPr>
        <p:spPr>
          <a:xfrm rot="5400000">
            <a:off x="7292991" y="3550718"/>
            <a:ext cx="559388" cy="5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7" name="正方形/長方形 16"/>
          <p:cNvSpPr/>
          <p:nvPr/>
        </p:nvSpPr>
        <p:spPr>
          <a:xfrm rot="5400000">
            <a:off x="6720993" y="1934583"/>
            <a:ext cx="1620000" cy="1620000"/>
          </a:xfrm>
          <a:prstGeom prst="rect">
            <a:avLst/>
          </a:prstGeom>
          <a:solidFill>
            <a:srgbClr val="ACCC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正方形/長方形 17"/>
          <p:cNvSpPr/>
          <p:nvPr/>
        </p:nvSpPr>
        <p:spPr>
          <a:xfrm rot="5400000">
            <a:off x="7713113" y="87546"/>
            <a:ext cx="851730" cy="2835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9" name="正方形/長方形 18"/>
          <p:cNvSpPr/>
          <p:nvPr/>
        </p:nvSpPr>
        <p:spPr>
          <a:xfrm rot="5400000">
            <a:off x="8425323" y="2976384"/>
            <a:ext cx="558000" cy="170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>
            <a:off x="8326232" y="1898378"/>
            <a:ext cx="1230732" cy="1650251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0800000">
            <a:off x="8326232" y="1938327"/>
            <a:ext cx="1230731" cy="161695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2" name="楕円 21"/>
          <p:cNvSpPr/>
          <p:nvPr/>
        </p:nvSpPr>
        <p:spPr>
          <a:xfrm>
            <a:off x="2785168" y="2828629"/>
            <a:ext cx="1440000" cy="144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55" name="グループ化 54"/>
          <p:cNvGrpSpPr/>
          <p:nvPr/>
        </p:nvGrpSpPr>
        <p:grpSpPr>
          <a:xfrm rot="5400000">
            <a:off x="3440163" y="5038799"/>
            <a:ext cx="360000" cy="360000"/>
            <a:chOff x="1271752" y="2795751"/>
            <a:chExt cx="3600000" cy="360000"/>
          </a:xfrm>
        </p:grpSpPr>
        <p:sp>
          <p:nvSpPr>
            <p:cNvPr id="56" name="正方形/長方形 5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65" name="グループ化 64"/>
          <p:cNvGrpSpPr/>
          <p:nvPr/>
        </p:nvGrpSpPr>
        <p:grpSpPr>
          <a:xfrm rot="16200000">
            <a:off x="8466162" y="4642554"/>
            <a:ext cx="360000" cy="360000"/>
            <a:chOff x="668813" y="287079"/>
            <a:chExt cx="360000" cy="360000"/>
          </a:xfrm>
        </p:grpSpPr>
        <p:sp>
          <p:nvSpPr>
            <p:cNvPr id="62" name="楕円 61"/>
            <p:cNvSpPr/>
            <p:nvPr/>
          </p:nvSpPr>
          <p:spPr>
            <a:xfrm>
              <a:off x="668813" y="287079"/>
              <a:ext cx="360000" cy="36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3" name="楕円 62"/>
            <p:cNvSpPr/>
            <p:nvPr/>
          </p:nvSpPr>
          <p:spPr>
            <a:xfrm>
              <a:off x="74081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4" name="楕円 63"/>
            <p:cNvSpPr/>
            <p:nvPr/>
          </p:nvSpPr>
          <p:spPr>
            <a:xfrm>
              <a:off x="86681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4" name="グループ化 73"/>
          <p:cNvGrpSpPr/>
          <p:nvPr/>
        </p:nvGrpSpPr>
        <p:grpSpPr>
          <a:xfrm rot="5400000" flipV="1">
            <a:off x="8642440" y="4861386"/>
            <a:ext cx="360000" cy="720000"/>
            <a:chOff x="7131268" y="2496123"/>
            <a:chExt cx="720000" cy="1440001"/>
          </a:xfrm>
        </p:grpSpPr>
        <p:sp>
          <p:nvSpPr>
            <p:cNvPr id="75" name="平行四辺形 74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6" name="平行四辺形 75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3" name="グループ化 82"/>
          <p:cNvGrpSpPr/>
          <p:nvPr/>
        </p:nvGrpSpPr>
        <p:grpSpPr>
          <a:xfrm rot="5400000">
            <a:off x="6675610" y="5046544"/>
            <a:ext cx="360000" cy="360000"/>
            <a:chOff x="1271752" y="2795751"/>
            <a:chExt cx="3600000" cy="360000"/>
          </a:xfrm>
        </p:grpSpPr>
        <p:sp>
          <p:nvSpPr>
            <p:cNvPr id="84" name="正方形/長方形 83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95" name="正方形/長方形 94"/>
          <p:cNvSpPr/>
          <p:nvPr/>
        </p:nvSpPr>
        <p:spPr>
          <a:xfrm>
            <a:off x="8551504" y="1525874"/>
            <a:ext cx="72000" cy="64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6" name="フローチャート: せん孔テープ 95"/>
          <p:cNvSpPr/>
          <p:nvPr/>
        </p:nvSpPr>
        <p:spPr>
          <a:xfrm>
            <a:off x="8615933" y="1536296"/>
            <a:ext cx="360000" cy="360000"/>
          </a:xfrm>
          <a:prstGeom prst="flowChartPunchedTape">
            <a:avLst/>
          </a:prstGeom>
          <a:solidFill>
            <a:srgbClr val="FC04A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47" name="グループ化 46"/>
          <p:cNvGrpSpPr/>
          <p:nvPr/>
        </p:nvGrpSpPr>
        <p:grpSpPr>
          <a:xfrm rot="5400000">
            <a:off x="8657321" y="4861483"/>
            <a:ext cx="730122" cy="360000"/>
            <a:chOff x="1271752" y="2795751"/>
            <a:chExt cx="3600000" cy="360000"/>
          </a:xfrm>
        </p:grpSpPr>
        <p:sp>
          <p:nvSpPr>
            <p:cNvPr id="48" name="正方形/長方形 4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8" name="グループ化 107"/>
          <p:cNvGrpSpPr/>
          <p:nvPr/>
        </p:nvGrpSpPr>
        <p:grpSpPr>
          <a:xfrm rot="5400000">
            <a:off x="6309977" y="1073834"/>
            <a:ext cx="720000" cy="720000"/>
            <a:chOff x="499814" y="198946"/>
            <a:chExt cx="720000" cy="720000"/>
          </a:xfrm>
        </p:grpSpPr>
        <p:grpSp>
          <p:nvGrpSpPr>
            <p:cNvPr id="109" name="グループ化 108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13" name="平行四辺形 112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4" name="平行四辺形 113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10" name="グループ化 109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11" name="平行四辺形 110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12" name="平行四辺形 111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129" name="グループ化 128"/>
          <p:cNvGrpSpPr/>
          <p:nvPr/>
        </p:nvGrpSpPr>
        <p:grpSpPr>
          <a:xfrm rot="5400000">
            <a:off x="2547091" y="3064740"/>
            <a:ext cx="360000" cy="720000"/>
            <a:chOff x="7131268" y="2496123"/>
            <a:chExt cx="720000" cy="1440001"/>
          </a:xfrm>
        </p:grpSpPr>
        <p:sp>
          <p:nvSpPr>
            <p:cNvPr id="130" name="平行四辺形 12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1" name="平行四辺形 13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5" name="グループ化 124"/>
          <p:cNvGrpSpPr/>
          <p:nvPr/>
        </p:nvGrpSpPr>
        <p:grpSpPr>
          <a:xfrm rot="5400000">
            <a:off x="2178152" y="3427799"/>
            <a:ext cx="720000" cy="360000"/>
            <a:chOff x="1271752" y="2795751"/>
            <a:chExt cx="3600000" cy="360000"/>
          </a:xfrm>
        </p:grpSpPr>
        <p:sp>
          <p:nvSpPr>
            <p:cNvPr id="126" name="正方形/長方形 12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7" name="正方形/長方形 12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2" name="グループ化 131"/>
          <p:cNvGrpSpPr/>
          <p:nvPr/>
        </p:nvGrpSpPr>
        <p:grpSpPr>
          <a:xfrm>
            <a:off x="3798949" y="1822926"/>
            <a:ext cx="360000" cy="720000"/>
            <a:chOff x="7131268" y="2496123"/>
            <a:chExt cx="720000" cy="1440001"/>
          </a:xfrm>
        </p:grpSpPr>
        <p:sp>
          <p:nvSpPr>
            <p:cNvPr id="133" name="平行四辺形 13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4" name="平行四辺形 13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35" name="グループ化 134"/>
          <p:cNvGrpSpPr/>
          <p:nvPr/>
        </p:nvGrpSpPr>
        <p:grpSpPr>
          <a:xfrm rot="5400000">
            <a:off x="7398078" y="1818886"/>
            <a:ext cx="360000" cy="360000"/>
            <a:chOff x="1271752" y="2795751"/>
            <a:chExt cx="3600000" cy="360000"/>
          </a:xfrm>
        </p:grpSpPr>
        <p:sp>
          <p:nvSpPr>
            <p:cNvPr id="136" name="正方形/長方形 13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7" name="正方形/長方形 13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38" name="正方形/長方形 13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2" name="正方形/長方形 1"/>
          <p:cNvSpPr/>
          <p:nvPr/>
        </p:nvSpPr>
        <p:spPr>
          <a:xfrm rot="5400000">
            <a:off x="190560" y="3237726"/>
            <a:ext cx="39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9" name="正方形/長方形 138"/>
          <p:cNvSpPr/>
          <p:nvPr/>
        </p:nvSpPr>
        <p:spPr>
          <a:xfrm rot="5400000">
            <a:off x="8114597" y="2517244"/>
            <a:ext cx="25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/>
          <p:cNvSpPr/>
          <p:nvPr/>
        </p:nvSpPr>
        <p:spPr>
          <a:xfrm rot="5400000">
            <a:off x="9009803" y="4859121"/>
            <a:ext cx="73118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/>
          <p:cNvSpPr/>
          <p:nvPr/>
        </p:nvSpPr>
        <p:spPr>
          <a:xfrm>
            <a:off x="5593540" y="1078512"/>
            <a:ext cx="39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正方形/長方形 141"/>
          <p:cNvSpPr/>
          <p:nvPr/>
        </p:nvSpPr>
        <p:spPr>
          <a:xfrm>
            <a:off x="1997936" y="1083016"/>
            <a:ext cx="25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正方形/長方形 142"/>
          <p:cNvSpPr/>
          <p:nvPr/>
        </p:nvSpPr>
        <p:spPr>
          <a:xfrm>
            <a:off x="5241363" y="5397431"/>
            <a:ext cx="432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/>
          <p:cNvSpPr/>
          <p:nvPr/>
        </p:nvSpPr>
        <p:spPr>
          <a:xfrm>
            <a:off x="1999520" y="5396811"/>
            <a:ext cx="21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/>
          <p:cNvSpPr/>
          <p:nvPr/>
        </p:nvSpPr>
        <p:spPr>
          <a:xfrm rot="5400000">
            <a:off x="-520497" y="3244344"/>
            <a:ext cx="46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9" name="グループ化 148"/>
          <p:cNvGrpSpPr/>
          <p:nvPr/>
        </p:nvGrpSpPr>
        <p:grpSpPr>
          <a:xfrm rot="10800000">
            <a:off x="9205897" y="3954921"/>
            <a:ext cx="720000" cy="720000"/>
            <a:chOff x="499814" y="198946"/>
            <a:chExt cx="720000" cy="720000"/>
          </a:xfrm>
        </p:grpSpPr>
        <p:grpSp>
          <p:nvGrpSpPr>
            <p:cNvPr id="150" name="グループ化 149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54" name="平行四辺形 153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55" name="平行四辺形 154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51" name="グループ化 150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52" name="平行四辺形 151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53" name="平行四辺形 152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46" name="正方形/長方形 145"/>
          <p:cNvSpPr/>
          <p:nvPr/>
        </p:nvSpPr>
        <p:spPr>
          <a:xfrm rot="5400000">
            <a:off x="7398433" y="3238510"/>
            <a:ext cx="46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/>
          <p:cNvGrpSpPr/>
          <p:nvPr/>
        </p:nvGrpSpPr>
        <p:grpSpPr>
          <a:xfrm rot="5400000">
            <a:off x="4342334" y="5203138"/>
            <a:ext cx="728562" cy="1083652"/>
            <a:chOff x="10978839" y="180614"/>
            <a:chExt cx="728562" cy="1083652"/>
          </a:xfrm>
        </p:grpSpPr>
        <p:grpSp>
          <p:nvGrpSpPr>
            <p:cNvPr id="156" name="グループ化 155"/>
            <p:cNvGrpSpPr/>
            <p:nvPr/>
          </p:nvGrpSpPr>
          <p:grpSpPr>
            <a:xfrm rot="10800000">
              <a:off x="10987401" y="180614"/>
              <a:ext cx="720000" cy="720000"/>
              <a:chOff x="499814" y="198946"/>
              <a:chExt cx="720000" cy="720000"/>
            </a:xfrm>
          </p:grpSpPr>
          <p:grpSp>
            <p:nvGrpSpPr>
              <p:cNvPr id="157" name="グループ化 156"/>
              <p:cNvGrpSpPr/>
              <p:nvPr/>
            </p:nvGrpSpPr>
            <p:grpSpPr>
              <a:xfrm rot="5400000">
                <a:off x="679814" y="1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61" name="平行四辺形 160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62" name="平行四辺形 161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  <p:grpSp>
            <p:nvGrpSpPr>
              <p:cNvPr id="158" name="グループ化 157"/>
              <p:cNvGrpSpPr/>
              <p:nvPr/>
            </p:nvGrpSpPr>
            <p:grpSpPr>
              <a:xfrm rot="5400000">
                <a:off x="679814" y="37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59" name="平行四辺形 158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60" name="平行四辺形 159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</p:grpSp>
        <p:grpSp>
          <p:nvGrpSpPr>
            <p:cNvPr id="163" name="グループ化 162"/>
            <p:cNvGrpSpPr/>
            <p:nvPr/>
          </p:nvGrpSpPr>
          <p:grpSpPr>
            <a:xfrm rot="16200000">
              <a:off x="11158839" y="724266"/>
              <a:ext cx="360000" cy="720000"/>
              <a:chOff x="7131268" y="2496123"/>
              <a:chExt cx="720000" cy="1440001"/>
            </a:xfrm>
          </p:grpSpPr>
          <p:sp>
            <p:nvSpPr>
              <p:cNvPr id="164" name="平行四辺形 163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65" name="平行四辺形 164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48" name="正方形/長方形 147"/>
          <p:cNvSpPr/>
          <p:nvPr/>
        </p:nvSpPr>
        <p:spPr>
          <a:xfrm>
            <a:off x="1636963" y="5750193"/>
            <a:ext cx="82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6" name="グループ化 165"/>
          <p:cNvGrpSpPr/>
          <p:nvPr/>
        </p:nvGrpSpPr>
        <p:grpSpPr>
          <a:xfrm rot="16200000">
            <a:off x="4683503" y="532374"/>
            <a:ext cx="728562" cy="1083652"/>
            <a:chOff x="10978839" y="180614"/>
            <a:chExt cx="728562" cy="1083652"/>
          </a:xfrm>
        </p:grpSpPr>
        <p:grpSp>
          <p:nvGrpSpPr>
            <p:cNvPr id="167" name="グループ化 166"/>
            <p:cNvGrpSpPr/>
            <p:nvPr/>
          </p:nvGrpSpPr>
          <p:grpSpPr>
            <a:xfrm rot="10800000">
              <a:off x="10987401" y="180614"/>
              <a:ext cx="720000" cy="720000"/>
              <a:chOff x="499814" y="198946"/>
              <a:chExt cx="720000" cy="720000"/>
            </a:xfrm>
          </p:grpSpPr>
          <p:grpSp>
            <p:nvGrpSpPr>
              <p:cNvPr id="171" name="グループ化 170"/>
              <p:cNvGrpSpPr/>
              <p:nvPr/>
            </p:nvGrpSpPr>
            <p:grpSpPr>
              <a:xfrm rot="5400000">
                <a:off x="679814" y="1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75" name="平行四辺形 174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76" name="平行四辺形 175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  <p:grpSp>
            <p:nvGrpSpPr>
              <p:cNvPr id="172" name="グループ化 171"/>
              <p:cNvGrpSpPr/>
              <p:nvPr/>
            </p:nvGrpSpPr>
            <p:grpSpPr>
              <a:xfrm rot="5400000">
                <a:off x="679814" y="378946"/>
                <a:ext cx="360000" cy="720000"/>
                <a:chOff x="7131268" y="2496123"/>
                <a:chExt cx="720000" cy="1440001"/>
              </a:xfrm>
            </p:grpSpPr>
            <p:sp>
              <p:nvSpPr>
                <p:cNvPr id="173" name="平行四辺形 172"/>
                <p:cNvSpPr/>
                <p:nvPr/>
              </p:nvSpPr>
              <p:spPr>
                <a:xfrm rot="16200000">
                  <a:off x="6771268" y="2856124"/>
                  <a:ext cx="1440000" cy="720000"/>
                </a:xfrm>
                <a:prstGeom prst="parallelogram">
                  <a:avLst>
                    <a:gd name="adj" fmla="val 98206"/>
                  </a:avLst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  <p:sp>
              <p:nvSpPr>
                <p:cNvPr id="174" name="平行四辺形 173"/>
                <p:cNvSpPr/>
                <p:nvPr/>
              </p:nvSpPr>
              <p:spPr>
                <a:xfrm rot="16200000">
                  <a:off x="6767859" y="2859533"/>
                  <a:ext cx="888632" cy="161811"/>
                </a:xfrm>
                <a:prstGeom prst="parallelogram">
                  <a:avLst>
                    <a:gd name="adj" fmla="val 98206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  <a:cs typeface="+mn-cs"/>
                  </a:endParaRPr>
                </a:p>
              </p:txBody>
            </p:sp>
          </p:grpSp>
        </p:grpSp>
        <p:grpSp>
          <p:nvGrpSpPr>
            <p:cNvPr id="168" name="グループ化 167"/>
            <p:cNvGrpSpPr/>
            <p:nvPr/>
          </p:nvGrpSpPr>
          <p:grpSpPr>
            <a:xfrm rot="16200000">
              <a:off x="11158839" y="724266"/>
              <a:ext cx="360000" cy="720000"/>
              <a:chOff x="7131268" y="2496123"/>
              <a:chExt cx="720000" cy="1440001"/>
            </a:xfrm>
          </p:grpSpPr>
          <p:sp>
            <p:nvSpPr>
              <p:cNvPr id="169" name="平行四辺形 168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70" name="平行四辺形 169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sp>
        <p:nvSpPr>
          <p:cNvPr id="147" name="正方形/長方形 146"/>
          <p:cNvSpPr/>
          <p:nvPr/>
        </p:nvSpPr>
        <p:spPr>
          <a:xfrm>
            <a:off x="1641278" y="720776"/>
            <a:ext cx="828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7" name="グループ化 176"/>
          <p:cNvGrpSpPr/>
          <p:nvPr/>
        </p:nvGrpSpPr>
        <p:grpSpPr>
          <a:xfrm>
            <a:off x="3286194" y="2396062"/>
            <a:ext cx="5199936" cy="2163130"/>
            <a:chOff x="3286194" y="2396062"/>
            <a:chExt cx="5199936" cy="2163130"/>
          </a:xfrm>
          <a:solidFill>
            <a:srgbClr val="7030A0"/>
          </a:solidFill>
        </p:grpSpPr>
        <p:sp>
          <p:nvSpPr>
            <p:cNvPr id="178" name="下矢印 177"/>
            <p:cNvSpPr/>
            <p:nvPr/>
          </p:nvSpPr>
          <p:spPr>
            <a:xfrm rot="16200000">
              <a:off x="3286194" y="2399192"/>
              <a:ext cx="2160000" cy="2160000"/>
            </a:xfrm>
            <a:prstGeom prst="downArrow">
              <a:avLst/>
            </a:prstGeom>
            <a:grpFill/>
            <a:ln>
              <a:solidFill>
                <a:srgbClr val="3C1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下矢印 178"/>
            <p:cNvSpPr/>
            <p:nvPr/>
          </p:nvSpPr>
          <p:spPr>
            <a:xfrm rot="16200000">
              <a:off x="6326130" y="2396062"/>
              <a:ext cx="2160000" cy="2160000"/>
            </a:xfrm>
            <a:prstGeom prst="downArrow">
              <a:avLst/>
            </a:prstGeom>
            <a:grpFill/>
            <a:ln>
              <a:solidFill>
                <a:srgbClr val="3C1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59" name="グループ化 58"/>
          <p:cNvGrpSpPr/>
          <p:nvPr/>
        </p:nvGrpSpPr>
        <p:grpSpPr>
          <a:xfrm rot="10800000">
            <a:off x="4153539" y="3965431"/>
            <a:ext cx="360000" cy="720000"/>
            <a:chOff x="7131268" y="2496123"/>
            <a:chExt cx="720000" cy="1440001"/>
          </a:xfrm>
        </p:grpSpPr>
        <p:sp>
          <p:nvSpPr>
            <p:cNvPr id="60" name="平行四辺形 5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61" name="平行四辺形 6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77" name="グループ化 76"/>
          <p:cNvGrpSpPr/>
          <p:nvPr/>
        </p:nvGrpSpPr>
        <p:grpSpPr>
          <a:xfrm rot="10800000">
            <a:off x="7391590" y="3973489"/>
            <a:ext cx="360000" cy="720000"/>
            <a:chOff x="7131268" y="2496123"/>
            <a:chExt cx="720000" cy="1440001"/>
          </a:xfrm>
        </p:grpSpPr>
        <p:sp>
          <p:nvSpPr>
            <p:cNvPr id="78" name="平行四辺形 77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9" name="平行四辺形 78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80" name="グループ化 79"/>
          <p:cNvGrpSpPr/>
          <p:nvPr/>
        </p:nvGrpSpPr>
        <p:grpSpPr>
          <a:xfrm rot="5400000">
            <a:off x="7926697" y="3786905"/>
            <a:ext cx="360000" cy="720000"/>
            <a:chOff x="7131268" y="2496123"/>
            <a:chExt cx="720000" cy="1440001"/>
          </a:xfrm>
        </p:grpSpPr>
        <p:sp>
          <p:nvSpPr>
            <p:cNvPr id="81" name="平行四辺形 80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2" name="平行四辺形 81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91" name="グループ化 90"/>
          <p:cNvGrpSpPr/>
          <p:nvPr/>
        </p:nvGrpSpPr>
        <p:grpSpPr>
          <a:xfrm>
            <a:off x="7035747" y="2172521"/>
            <a:ext cx="2160000" cy="360000"/>
            <a:chOff x="1271752" y="2795751"/>
            <a:chExt cx="3600000" cy="360000"/>
          </a:xfrm>
        </p:grpSpPr>
        <p:sp>
          <p:nvSpPr>
            <p:cNvPr id="92" name="正方形/長方形 9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07" name="グループ化 106"/>
          <p:cNvGrpSpPr/>
          <p:nvPr/>
        </p:nvGrpSpPr>
        <p:grpSpPr>
          <a:xfrm rot="10800000">
            <a:off x="6689471" y="2540642"/>
            <a:ext cx="720000" cy="720000"/>
            <a:chOff x="499814" y="198946"/>
            <a:chExt cx="720000" cy="720000"/>
          </a:xfrm>
        </p:grpSpPr>
        <p:grpSp>
          <p:nvGrpSpPr>
            <p:cNvPr id="101" name="グループ化 100"/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102" name="平行四辺形 101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3" name="平行四辺形 102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104" name="グループ化 103"/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105" name="平行四辺形 104"/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106" name="平行四辺形 105"/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87" name="グループ化 86"/>
          <p:cNvGrpSpPr/>
          <p:nvPr/>
        </p:nvGrpSpPr>
        <p:grpSpPr>
          <a:xfrm rot="5400000">
            <a:off x="6855610" y="2707799"/>
            <a:ext cx="720000" cy="360000"/>
            <a:chOff x="1271752" y="2795751"/>
            <a:chExt cx="3600000" cy="360000"/>
          </a:xfrm>
        </p:grpSpPr>
        <p:sp>
          <p:nvSpPr>
            <p:cNvPr id="88" name="正方形/長方形 8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0" name="正方形/長方形 8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15" name="グループ化 114"/>
          <p:cNvGrpSpPr/>
          <p:nvPr/>
        </p:nvGrpSpPr>
        <p:grpSpPr>
          <a:xfrm rot="5400000">
            <a:off x="4695353" y="2718140"/>
            <a:ext cx="720000" cy="360000"/>
            <a:chOff x="1271752" y="2795751"/>
            <a:chExt cx="3600000" cy="360000"/>
          </a:xfrm>
        </p:grpSpPr>
        <p:sp>
          <p:nvSpPr>
            <p:cNvPr id="116" name="正方形/長方形 115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7" name="正方形/長方形 116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8" name="正方形/長方形 117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19" name="グループ化 118"/>
          <p:cNvGrpSpPr/>
          <p:nvPr/>
        </p:nvGrpSpPr>
        <p:grpSpPr>
          <a:xfrm>
            <a:off x="4518177" y="3604874"/>
            <a:ext cx="360000" cy="720000"/>
            <a:chOff x="7131268" y="2496123"/>
            <a:chExt cx="720000" cy="1440001"/>
          </a:xfrm>
        </p:grpSpPr>
        <p:sp>
          <p:nvSpPr>
            <p:cNvPr id="120" name="平行四辺形 119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1" name="平行四辺形 120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122" name="グループ化 121"/>
          <p:cNvGrpSpPr/>
          <p:nvPr/>
        </p:nvGrpSpPr>
        <p:grpSpPr>
          <a:xfrm>
            <a:off x="5604716" y="3597133"/>
            <a:ext cx="360000" cy="720000"/>
            <a:chOff x="7131268" y="2496123"/>
            <a:chExt cx="720000" cy="1440001"/>
          </a:xfrm>
        </p:grpSpPr>
        <p:sp>
          <p:nvSpPr>
            <p:cNvPr id="123" name="平行四辺形 122"/>
            <p:cNvSpPr/>
            <p:nvPr/>
          </p:nvSpPr>
          <p:spPr>
            <a:xfrm rot="16200000">
              <a:off x="6771268" y="2856124"/>
              <a:ext cx="1440000" cy="720000"/>
            </a:xfrm>
            <a:prstGeom prst="parallelogram">
              <a:avLst>
                <a:gd name="adj" fmla="val 98206"/>
              </a:avLst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4" name="平行四辺形 123"/>
            <p:cNvSpPr/>
            <p:nvPr/>
          </p:nvSpPr>
          <p:spPr>
            <a:xfrm rot="16200000">
              <a:off x="6767859" y="2859533"/>
              <a:ext cx="888632" cy="161811"/>
            </a:xfrm>
            <a:prstGeom prst="parallelogram">
              <a:avLst>
                <a:gd name="adj" fmla="val 98206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51" name="グループ化 50"/>
          <p:cNvGrpSpPr/>
          <p:nvPr/>
        </p:nvGrpSpPr>
        <p:grpSpPr>
          <a:xfrm>
            <a:off x="2356735" y="3965431"/>
            <a:ext cx="5760000" cy="360000"/>
            <a:chOff x="1271752" y="2795751"/>
            <a:chExt cx="3600000" cy="360000"/>
          </a:xfrm>
        </p:grpSpPr>
        <p:sp>
          <p:nvSpPr>
            <p:cNvPr id="52" name="正方形/長方形 51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grpSp>
        <p:nvGrpSpPr>
          <p:cNvPr id="97" name="グループ化 96"/>
          <p:cNvGrpSpPr/>
          <p:nvPr/>
        </p:nvGrpSpPr>
        <p:grpSpPr>
          <a:xfrm>
            <a:off x="3429135" y="2171458"/>
            <a:ext cx="2880000" cy="360000"/>
            <a:chOff x="1271752" y="2795751"/>
            <a:chExt cx="3600000" cy="360000"/>
          </a:xfrm>
        </p:grpSpPr>
        <p:sp>
          <p:nvSpPr>
            <p:cNvPr id="98" name="正方形/長方形 97"/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99" name="正方形/長方形 98"/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51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105315B-669C-D905-4B4A-87889586AFBC}"/>
              </a:ext>
            </a:extLst>
          </p:cNvPr>
          <p:cNvSpPr/>
          <p:nvPr/>
        </p:nvSpPr>
        <p:spPr>
          <a:xfrm>
            <a:off x="1639229" y="1126273"/>
            <a:ext cx="7560000" cy="4680000"/>
          </a:xfrm>
          <a:prstGeom prst="rect">
            <a:avLst/>
          </a:prstGeom>
          <a:solidFill>
            <a:srgbClr val="D3B5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15C650-493B-17F9-FD75-A7026BA03B81}"/>
              </a:ext>
            </a:extLst>
          </p:cNvPr>
          <p:cNvSpPr/>
          <p:nvPr/>
        </p:nvSpPr>
        <p:spPr>
          <a:xfrm rot="5400000">
            <a:off x="-160771" y="3271302"/>
            <a:ext cx="3960000" cy="360000"/>
          </a:xfrm>
          <a:prstGeom prst="rect">
            <a:avLst/>
          </a:prstGeom>
          <a:solidFill>
            <a:srgbClr val="B07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3D0CC9-DAAA-AF26-F890-1D009379C14E}"/>
              </a:ext>
            </a:extLst>
          </p:cNvPr>
          <p:cNvSpPr/>
          <p:nvPr/>
        </p:nvSpPr>
        <p:spPr>
          <a:xfrm rot="5400000">
            <a:off x="7039229" y="3286273"/>
            <a:ext cx="3960000" cy="360000"/>
          </a:xfrm>
          <a:prstGeom prst="rect">
            <a:avLst/>
          </a:prstGeom>
          <a:solidFill>
            <a:srgbClr val="B07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66809C4-B32C-BDC0-977E-E316CE649562}"/>
              </a:ext>
            </a:extLst>
          </p:cNvPr>
          <p:cNvSpPr/>
          <p:nvPr/>
        </p:nvSpPr>
        <p:spPr>
          <a:xfrm>
            <a:off x="1639228" y="1126273"/>
            <a:ext cx="7559999" cy="360000"/>
          </a:xfrm>
          <a:prstGeom prst="rect">
            <a:avLst/>
          </a:prstGeom>
          <a:solidFill>
            <a:srgbClr val="B07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8903638-B6FB-B550-D6D5-833B59F4699E}"/>
              </a:ext>
            </a:extLst>
          </p:cNvPr>
          <p:cNvSpPr/>
          <p:nvPr/>
        </p:nvSpPr>
        <p:spPr>
          <a:xfrm>
            <a:off x="1639227" y="5434616"/>
            <a:ext cx="7559999" cy="360000"/>
          </a:xfrm>
          <a:prstGeom prst="rect">
            <a:avLst/>
          </a:prstGeom>
          <a:solidFill>
            <a:srgbClr val="B07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7FD88C5-C8AB-769F-62BA-1304707D7627}"/>
              </a:ext>
            </a:extLst>
          </p:cNvPr>
          <p:cNvGrpSpPr/>
          <p:nvPr/>
        </p:nvGrpSpPr>
        <p:grpSpPr>
          <a:xfrm rot="16200000">
            <a:off x="8457258" y="3035309"/>
            <a:ext cx="360000" cy="360000"/>
            <a:chOff x="668813" y="287079"/>
            <a:chExt cx="360000" cy="360000"/>
          </a:xfrm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47CD23F2-A15F-6BA7-338E-62A22DCEC914}"/>
                </a:ext>
              </a:extLst>
            </p:cNvPr>
            <p:cNvSpPr/>
            <p:nvPr/>
          </p:nvSpPr>
          <p:spPr>
            <a:xfrm>
              <a:off x="668813" y="287079"/>
              <a:ext cx="360000" cy="36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605E9045-921A-9D23-2258-8D9FAED8B502}"/>
                </a:ext>
              </a:extLst>
            </p:cNvPr>
            <p:cNvSpPr/>
            <p:nvPr/>
          </p:nvSpPr>
          <p:spPr>
            <a:xfrm>
              <a:off x="80387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9256CA36-C849-DC5D-A084-40E4935604DE}"/>
                </a:ext>
              </a:extLst>
            </p:cNvPr>
            <p:cNvSpPr/>
            <p:nvPr/>
          </p:nvSpPr>
          <p:spPr>
            <a:xfrm>
              <a:off x="898343" y="359079"/>
              <a:ext cx="72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25E43F9-9626-20C6-1660-7225FF997B14}"/>
              </a:ext>
            </a:extLst>
          </p:cNvPr>
          <p:cNvSpPr/>
          <p:nvPr/>
        </p:nvSpPr>
        <p:spPr>
          <a:xfrm>
            <a:off x="8250422" y="1525874"/>
            <a:ext cx="72000" cy="64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ローチャート: せん孔テープ 17">
            <a:extLst>
              <a:ext uri="{FF2B5EF4-FFF2-40B4-BE49-F238E27FC236}">
                <a16:creationId xmlns:a16="http://schemas.microsoft.com/office/drawing/2014/main" id="{3C75F028-8111-D9D0-8CF2-340E6E8DF44F}"/>
              </a:ext>
            </a:extLst>
          </p:cNvPr>
          <p:cNvSpPr/>
          <p:nvPr/>
        </p:nvSpPr>
        <p:spPr>
          <a:xfrm>
            <a:off x="8314851" y="1536296"/>
            <a:ext cx="360000" cy="360000"/>
          </a:xfrm>
          <a:prstGeom prst="flowChartPunchedTape">
            <a:avLst/>
          </a:prstGeom>
          <a:solidFill>
            <a:srgbClr val="FC04A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5257C54-69F7-28AE-7B66-D0DBECC32D9B}"/>
              </a:ext>
            </a:extLst>
          </p:cNvPr>
          <p:cNvGrpSpPr/>
          <p:nvPr/>
        </p:nvGrpSpPr>
        <p:grpSpPr>
          <a:xfrm rot="5400000">
            <a:off x="5239229" y="2214235"/>
            <a:ext cx="720000" cy="720000"/>
            <a:chOff x="499814" y="198946"/>
            <a:chExt cx="720000" cy="720000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A2E58635-07D6-FCBF-45F9-1A23803A87F5}"/>
                </a:ext>
              </a:extLst>
            </p:cNvPr>
            <p:cNvGrpSpPr/>
            <p:nvPr/>
          </p:nvGrpSpPr>
          <p:grpSpPr>
            <a:xfrm rot="5400000">
              <a:off x="679814" y="18946"/>
              <a:ext cx="360000" cy="720000"/>
              <a:chOff x="7131268" y="2496123"/>
              <a:chExt cx="720000" cy="1440001"/>
            </a:xfrm>
          </p:grpSpPr>
          <p:sp>
            <p:nvSpPr>
              <p:cNvPr id="28" name="平行四辺形 27">
                <a:extLst>
                  <a:ext uri="{FF2B5EF4-FFF2-40B4-BE49-F238E27FC236}">
                    <a16:creationId xmlns:a16="http://schemas.microsoft.com/office/drawing/2014/main" id="{2F48E2D6-9970-6B9B-BD64-71C36CFE06A8}"/>
                  </a:ext>
                </a:extLst>
              </p:cNvPr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29" name="平行四辺形 28">
                <a:extLst>
                  <a:ext uri="{FF2B5EF4-FFF2-40B4-BE49-F238E27FC236}">
                    <a16:creationId xmlns:a16="http://schemas.microsoft.com/office/drawing/2014/main" id="{6B89E71B-75E7-79D9-5E4B-DBBDBE8DDD1B}"/>
                  </a:ext>
                </a:extLst>
              </p:cNvPr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7C7A4601-9F37-5619-1D0C-6A239B2832C3}"/>
                </a:ext>
              </a:extLst>
            </p:cNvPr>
            <p:cNvGrpSpPr/>
            <p:nvPr/>
          </p:nvGrpSpPr>
          <p:grpSpPr>
            <a:xfrm rot="5400000">
              <a:off x="679814" y="378946"/>
              <a:ext cx="360000" cy="720000"/>
              <a:chOff x="7131268" y="2496123"/>
              <a:chExt cx="720000" cy="1440001"/>
            </a:xfrm>
          </p:grpSpPr>
          <p:sp>
            <p:nvSpPr>
              <p:cNvPr id="26" name="平行四辺形 25">
                <a:extLst>
                  <a:ext uri="{FF2B5EF4-FFF2-40B4-BE49-F238E27FC236}">
                    <a16:creationId xmlns:a16="http://schemas.microsoft.com/office/drawing/2014/main" id="{07AADB9F-4A6E-75A2-70A6-A1BF7A2F32B2}"/>
                  </a:ext>
                </a:extLst>
              </p:cNvPr>
              <p:cNvSpPr/>
              <p:nvPr/>
            </p:nvSpPr>
            <p:spPr>
              <a:xfrm rot="16200000">
                <a:off x="6771268" y="2856124"/>
                <a:ext cx="1440000" cy="720000"/>
              </a:xfrm>
              <a:prstGeom prst="parallelogram">
                <a:avLst>
                  <a:gd name="adj" fmla="val 98206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  <p:sp>
            <p:nvSpPr>
              <p:cNvPr id="27" name="平行四辺形 26">
                <a:extLst>
                  <a:ext uri="{FF2B5EF4-FFF2-40B4-BE49-F238E27FC236}">
                    <a16:creationId xmlns:a16="http://schemas.microsoft.com/office/drawing/2014/main" id="{530FCBB8-917D-1604-1136-59E3FF97CBD9}"/>
                  </a:ext>
                </a:extLst>
              </p:cNvPr>
              <p:cNvSpPr/>
              <p:nvPr/>
            </p:nvSpPr>
            <p:spPr>
              <a:xfrm rot="16200000">
                <a:off x="6767859" y="2859533"/>
                <a:ext cx="888632" cy="161811"/>
              </a:xfrm>
              <a:prstGeom prst="parallelogram">
                <a:avLst>
                  <a:gd name="adj" fmla="val 98206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endParaRPr>
              </a:p>
            </p:txBody>
          </p:sp>
        </p:grp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2D90DBC-EE69-748D-FBD4-179E6BCF8465}"/>
              </a:ext>
            </a:extLst>
          </p:cNvPr>
          <p:cNvGrpSpPr/>
          <p:nvPr/>
        </p:nvGrpSpPr>
        <p:grpSpPr>
          <a:xfrm>
            <a:off x="2958808" y="2384708"/>
            <a:ext cx="5199936" cy="2163130"/>
            <a:chOff x="3286194" y="2396062"/>
            <a:chExt cx="5199936" cy="2163130"/>
          </a:xfrm>
          <a:solidFill>
            <a:srgbClr val="7030A0"/>
          </a:solidFill>
        </p:grpSpPr>
        <p:sp>
          <p:nvSpPr>
            <p:cNvPr id="31" name="下矢印 177">
              <a:extLst>
                <a:ext uri="{FF2B5EF4-FFF2-40B4-BE49-F238E27FC236}">
                  <a16:creationId xmlns:a16="http://schemas.microsoft.com/office/drawing/2014/main" id="{C280C13D-A774-CBF8-8965-A211436FFECC}"/>
                </a:ext>
              </a:extLst>
            </p:cNvPr>
            <p:cNvSpPr/>
            <p:nvPr/>
          </p:nvSpPr>
          <p:spPr>
            <a:xfrm rot="16200000">
              <a:off x="3286194" y="2399192"/>
              <a:ext cx="2160000" cy="2160000"/>
            </a:xfrm>
            <a:prstGeom prst="downArrow">
              <a:avLst/>
            </a:prstGeom>
            <a:grpFill/>
            <a:ln>
              <a:solidFill>
                <a:srgbClr val="3C1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下矢印 178">
              <a:extLst>
                <a:ext uri="{FF2B5EF4-FFF2-40B4-BE49-F238E27FC236}">
                  <a16:creationId xmlns:a16="http://schemas.microsoft.com/office/drawing/2014/main" id="{5F51E5FA-CFDD-B590-A937-281A8D359FD2}"/>
                </a:ext>
              </a:extLst>
            </p:cNvPr>
            <p:cNvSpPr/>
            <p:nvPr/>
          </p:nvSpPr>
          <p:spPr>
            <a:xfrm rot="16200000">
              <a:off x="6326130" y="2396062"/>
              <a:ext cx="2160000" cy="2160000"/>
            </a:xfrm>
            <a:prstGeom prst="downArrow">
              <a:avLst/>
            </a:prstGeom>
            <a:grpFill/>
            <a:ln>
              <a:solidFill>
                <a:srgbClr val="3C1A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9CCF022-9614-538B-6D13-44FB7FE68079}"/>
              </a:ext>
            </a:extLst>
          </p:cNvPr>
          <p:cNvGrpSpPr/>
          <p:nvPr/>
        </p:nvGrpSpPr>
        <p:grpSpPr>
          <a:xfrm>
            <a:off x="3079229" y="2177188"/>
            <a:ext cx="5760000" cy="360000"/>
            <a:chOff x="1271752" y="2795751"/>
            <a:chExt cx="3600000" cy="360000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3D577E04-4326-A3C2-0FB6-3C65417157A0}"/>
                </a:ext>
              </a:extLst>
            </p:cNvPr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4DF5DE2-F342-2E5D-E344-EF3276EDE6C5}"/>
                </a:ext>
              </a:extLst>
            </p:cNvPr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EAF1830E-E520-4D83-0471-79AA1ABCAD5F}"/>
                </a:ext>
              </a:extLst>
            </p:cNvPr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5248258-D9F0-71E5-54E6-8DA985506AEB}"/>
              </a:ext>
            </a:extLst>
          </p:cNvPr>
          <p:cNvGrpSpPr/>
          <p:nvPr/>
        </p:nvGrpSpPr>
        <p:grpSpPr>
          <a:xfrm>
            <a:off x="1999899" y="3965431"/>
            <a:ext cx="5760000" cy="360000"/>
            <a:chOff x="1271752" y="2795751"/>
            <a:chExt cx="3600000" cy="36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6A18B533-0F9B-9579-1AC4-C7C719226A46}"/>
                </a:ext>
              </a:extLst>
            </p:cNvPr>
            <p:cNvSpPr/>
            <p:nvPr/>
          </p:nvSpPr>
          <p:spPr>
            <a:xfrm>
              <a:off x="1271752" y="2795751"/>
              <a:ext cx="360000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6C02499-8BD1-5725-127B-2374F31C1E72}"/>
                </a:ext>
              </a:extLst>
            </p:cNvPr>
            <p:cNvSpPr/>
            <p:nvPr/>
          </p:nvSpPr>
          <p:spPr>
            <a:xfrm>
              <a:off x="1271752" y="2867751"/>
              <a:ext cx="3600000" cy="216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5EB88E3-3252-2037-F435-DF38E945B04F}"/>
                </a:ext>
              </a:extLst>
            </p:cNvPr>
            <p:cNvSpPr/>
            <p:nvPr/>
          </p:nvSpPr>
          <p:spPr>
            <a:xfrm>
              <a:off x="1271752" y="3083751"/>
              <a:ext cx="360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51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246072"/>
              </p:ext>
            </p:extLst>
          </p:nvPr>
        </p:nvGraphicFramePr>
        <p:xfrm>
          <a:off x="3648394" y="2352068"/>
          <a:ext cx="828000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421746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623408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07111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434301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4754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149506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172911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4186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996891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83994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81592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751157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6375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835741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9792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97925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8707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24374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9646917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38288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257469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22539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16392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6460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4295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948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631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072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4196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4610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7416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5264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7670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019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266584"/>
                  </a:ext>
                </a:extLst>
              </a:tr>
            </a:tbl>
          </a:graphicData>
        </a:graphic>
      </p:graphicFrame>
      <p:grpSp>
        <p:nvGrpSpPr>
          <p:cNvPr id="25" name="グループ化 24"/>
          <p:cNvGrpSpPr/>
          <p:nvPr/>
        </p:nvGrpSpPr>
        <p:grpSpPr>
          <a:xfrm>
            <a:off x="11313287" y="4588524"/>
            <a:ext cx="144000" cy="252001"/>
            <a:chOff x="2679405" y="461665"/>
            <a:chExt cx="180000" cy="306001"/>
          </a:xfrm>
        </p:grpSpPr>
        <p:sp>
          <p:nvSpPr>
            <p:cNvPr id="23" name="楕円 22"/>
            <p:cNvSpPr/>
            <p:nvPr/>
          </p:nvSpPr>
          <p:spPr>
            <a:xfrm>
              <a:off x="2679405" y="461665"/>
              <a:ext cx="180000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2746696" y="515666"/>
              <a:ext cx="72000" cy="25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9" name="グループ化 28"/>
          <p:cNvGrpSpPr/>
          <p:nvPr/>
        </p:nvGrpSpPr>
        <p:grpSpPr>
          <a:xfrm>
            <a:off x="6634962" y="3471835"/>
            <a:ext cx="144000" cy="324000"/>
            <a:chOff x="4242391" y="616688"/>
            <a:chExt cx="144000" cy="324000"/>
          </a:xfrm>
        </p:grpSpPr>
        <p:sp>
          <p:nvSpPr>
            <p:cNvPr id="26" name="ドーナツ 25"/>
            <p:cNvSpPr/>
            <p:nvPr/>
          </p:nvSpPr>
          <p:spPr>
            <a:xfrm>
              <a:off x="4242391" y="616688"/>
              <a:ext cx="144000" cy="144000"/>
            </a:xfrm>
            <a:prstGeom prst="donut">
              <a:avLst>
                <a:gd name="adj" fmla="val 10785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4296391" y="760688"/>
              <a:ext cx="36000" cy="180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4330758" y="828948"/>
              <a:ext cx="36000" cy="72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楕円 29"/>
          <p:cNvSpPr/>
          <p:nvPr/>
        </p:nvSpPr>
        <p:spPr>
          <a:xfrm>
            <a:off x="5082607" y="2716924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/>
          <p:cNvSpPr/>
          <p:nvPr/>
        </p:nvSpPr>
        <p:spPr>
          <a:xfrm>
            <a:off x="5802593" y="5630243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/>
          <p:cNvSpPr/>
          <p:nvPr/>
        </p:nvSpPr>
        <p:spPr>
          <a:xfrm>
            <a:off x="9041463" y="3804961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/>
          <p:cNvSpPr/>
          <p:nvPr/>
        </p:nvSpPr>
        <p:spPr>
          <a:xfrm>
            <a:off x="9401463" y="2716924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392573" y="293934"/>
            <a:ext cx="503214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・床が氷、壁にぶつかるまで止まらない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lang="ja-JP" altLang="en-US" dirty="0"/>
              <a:t>丸い氷は押せる</a:t>
            </a:r>
            <a:r>
              <a:rPr lang="en-US" altLang="ja-JP" dirty="0"/>
              <a:t>(</a:t>
            </a:r>
            <a:r>
              <a:rPr lang="ja-JP" altLang="en-US" dirty="0"/>
              <a:t>マグロは止まる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・押された氷は、壁にぶつかるまで動く</a:t>
            </a:r>
          </a:p>
          <a:p>
            <a:r>
              <a:rPr kumimoji="1" lang="ja-JP" altLang="en-US" dirty="0"/>
              <a:t>・スイッチに氷を乗せるとドアが開く</a:t>
            </a:r>
            <a:endParaRPr kumimoji="1" lang="en-US" altLang="ja-JP" dirty="0"/>
          </a:p>
          <a:p>
            <a:r>
              <a:rPr lang="ja-JP" altLang="en-US" dirty="0"/>
              <a:t>・白い足場やスイッチは、乗るとそこで止まる</a:t>
            </a:r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46154" y="585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マグロ大脱出</a:t>
            </a:r>
          </a:p>
        </p:txBody>
      </p:sp>
      <p:grpSp>
        <p:nvGrpSpPr>
          <p:cNvPr id="8" name="グループ化 7"/>
          <p:cNvGrpSpPr/>
          <p:nvPr/>
        </p:nvGrpSpPr>
        <p:grpSpPr>
          <a:xfrm>
            <a:off x="11176946" y="2888175"/>
            <a:ext cx="751450" cy="422051"/>
            <a:chOff x="2617076" y="1049397"/>
            <a:chExt cx="837751" cy="422051"/>
          </a:xfrm>
        </p:grpSpPr>
        <p:sp>
          <p:nvSpPr>
            <p:cNvPr id="6" name="角丸四角形 5"/>
            <p:cNvSpPr/>
            <p:nvPr/>
          </p:nvSpPr>
          <p:spPr>
            <a:xfrm>
              <a:off x="2617076" y="1049397"/>
              <a:ext cx="837751" cy="42205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48971" y="1130060"/>
              <a:ext cx="7505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RESET</a:t>
              </a:r>
              <a:endParaRPr kumimoji="1" lang="ja-JP" altLang="en-US" sz="1400" dirty="0"/>
            </a:p>
          </p:txBody>
        </p:sp>
      </p:grpSp>
      <p:pic>
        <p:nvPicPr>
          <p:cNvPr id="10" name="図 9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0041">
            <a:off x="3971904" y="4552346"/>
            <a:ext cx="432477" cy="324358"/>
          </a:xfrm>
          <a:prstGeom prst="rect">
            <a:avLst/>
          </a:prstGeom>
        </p:spPr>
      </p:pic>
      <p:sp>
        <p:nvSpPr>
          <p:cNvPr id="20" name="テキスト ボックス 19"/>
          <p:cNvSpPr txBox="1"/>
          <p:nvPr/>
        </p:nvSpPr>
        <p:spPr>
          <a:xfrm>
            <a:off x="3094396" y="595106"/>
            <a:ext cx="110799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キャラ案</a:t>
            </a:r>
            <a:endParaRPr kumimoji="1" lang="en-US" altLang="ja-JP" dirty="0"/>
          </a:p>
          <a:p>
            <a:r>
              <a:rPr kumimoji="1" lang="ja-JP" altLang="en-US" dirty="0"/>
              <a:t>・マグロ</a:t>
            </a:r>
            <a:endParaRPr kumimoji="1" lang="en-US" altLang="ja-JP" dirty="0"/>
          </a:p>
          <a:p>
            <a:r>
              <a:rPr lang="ja-JP" altLang="en-US" dirty="0"/>
              <a:t>・野菜</a:t>
            </a:r>
            <a:endParaRPr lang="en-US" altLang="ja-JP" dirty="0"/>
          </a:p>
          <a:p>
            <a:r>
              <a:rPr kumimoji="1" lang="ja-JP" altLang="en-US" dirty="0"/>
              <a:t>・人間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6385" y="1144924"/>
            <a:ext cx="1749197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テーマ</a:t>
            </a:r>
            <a:endParaRPr kumimoji="1" lang="en-US" altLang="ja-JP" dirty="0"/>
          </a:p>
          <a:p>
            <a:r>
              <a:rPr lang="ja-JP" altLang="en-US" dirty="0"/>
              <a:t>・冷凍庫</a:t>
            </a:r>
            <a:r>
              <a:rPr lang="en-US" altLang="ja-JP" dirty="0"/>
              <a:t>(</a:t>
            </a:r>
            <a:r>
              <a:rPr lang="ja-JP" altLang="en-US" dirty="0"/>
              <a:t>倉庫</a:t>
            </a:r>
            <a:r>
              <a:rPr lang="en-US" altLang="ja-JP" dirty="0"/>
              <a:t>)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746154" y="2240492"/>
            <a:ext cx="2262158" cy="20313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ギミック案</a:t>
            </a:r>
            <a:endParaRPr kumimoji="1" lang="en-US" altLang="ja-JP" dirty="0"/>
          </a:p>
          <a:p>
            <a:r>
              <a:rPr lang="ja-JP" altLang="en-US" dirty="0"/>
              <a:t>・壊れる氷</a:t>
            </a:r>
            <a:endParaRPr lang="en-US" altLang="ja-JP" dirty="0"/>
          </a:p>
          <a:p>
            <a:r>
              <a:rPr kumimoji="1" lang="ja-JP" altLang="en-US" dirty="0"/>
              <a:t>・凍るオブジェクト</a:t>
            </a:r>
            <a:endParaRPr kumimoji="1" lang="en-US" altLang="ja-JP" dirty="0"/>
          </a:p>
          <a:p>
            <a:r>
              <a:rPr lang="ja-JP" altLang="en-US" dirty="0"/>
              <a:t>・ベルトコンベア</a:t>
            </a:r>
            <a:endParaRPr lang="en-US" altLang="ja-JP" dirty="0"/>
          </a:p>
          <a:p>
            <a:r>
              <a:rPr kumimoji="1" lang="ja-JP" altLang="en-US" dirty="0"/>
              <a:t>・回数制限床</a:t>
            </a:r>
            <a:endParaRPr kumimoji="1" lang="en-US" altLang="ja-JP" dirty="0"/>
          </a:p>
          <a:p>
            <a:r>
              <a:rPr lang="ja-JP" altLang="en-US" dirty="0"/>
              <a:t>・即死床、壁</a:t>
            </a:r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48412" y="4607267"/>
            <a:ext cx="3185487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その他</a:t>
            </a:r>
            <a:endParaRPr kumimoji="1" lang="en-US" altLang="ja-JP" dirty="0"/>
          </a:p>
          <a:p>
            <a:r>
              <a:rPr lang="ja-JP" altLang="en-US" dirty="0"/>
              <a:t>・今の手数と目標手数の表示</a:t>
            </a:r>
            <a:endParaRPr lang="en-US" altLang="ja-JP" dirty="0"/>
          </a:p>
          <a:p>
            <a:r>
              <a:rPr kumimoji="1" lang="ja-JP" altLang="en-US" dirty="0"/>
              <a:t>・リセット、メニューボタン</a:t>
            </a:r>
            <a:endParaRPr kumimoji="1" lang="en-US" altLang="ja-JP" dirty="0"/>
          </a:p>
          <a:p>
            <a:r>
              <a:rPr lang="ja-JP" altLang="en-US" dirty="0"/>
              <a:t>・ヒント機能</a:t>
            </a:r>
            <a:endParaRPr lang="en-US" altLang="ja-JP" dirty="0"/>
          </a:p>
          <a:p>
            <a:r>
              <a:rPr kumimoji="1" lang="ja-JP" altLang="en-US" dirty="0"/>
              <a:t>・クリアランク</a:t>
            </a:r>
            <a:endParaRPr kumimoji="1" lang="en-US" altLang="ja-JP" dirty="0"/>
          </a:p>
          <a:p>
            <a:r>
              <a:rPr lang="ja-JP" altLang="en-US" dirty="0"/>
              <a:t>　</a:t>
            </a:r>
            <a:r>
              <a:rPr kumimoji="1" lang="en-US" altLang="ja-JP" dirty="0"/>
              <a:t>(</a:t>
            </a:r>
            <a:r>
              <a:rPr kumimoji="1" lang="ja-JP" altLang="en-US" dirty="0"/>
              <a:t>手数</a:t>
            </a:r>
            <a:r>
              <a:rPr lang="ja-JP" altLang="en-US" dirty="0"/>
              <a:t>、ヒント、アイテム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・収集アイテム</a:t>
            </a:r>
          </a:p>
        </p:txBody>
      </p:sp>
      <p:grpSp>
        <p:nvGrpSpPr>
          <p:cNvPr id="34" name="グループ化 33"/>
          <p:cNvGrpSpPr/>
          <p:nvPr/>
        </p:nvGrpSpPr>
        <p:grpSpPr>
          <a:xfrm>
            <a:off x="11176946" y="2386546"/>
            <a:ext cx="751448" cy="422051"/>
            <a:chOff x="2617076" y="1049397"/>
            <a:chExt cx="837751" cy="422051"/>
          </a:xfrm>
        </p:grpSpPr>
        <p:sp>
          <p:nvSpPr>
            <p:cNvPr id="35" name="角丸四角形 34"/>
            <p:cNvSpPr/>
            <p:nvPr/>
          </p:nvSpPr>
          <p:spPr>
            <a:xfrm>
              <a:off x="2617076" y="1049397"/>
              <a:ext cx="837751" cy="422051"/>
            </a:xfrm>
            <a:prstGeom prst="roundRect">
              <a:avLst/>
            </a:prstGeom>
            <a:solidFill>
              <a:srgbClr val="BD92DE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2658274" y="1130060"/>
              <a:ext cx="7280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/>
                <a:t>MENU</a:t>
              </a:r>
              <a:endParaRPr kumimoji="1" lang="ja-JP" altLang="en-US" sz="1400" dirty="0"/>
            </a:p>
          </p:txBody>
        </p:sp>
      </p:grpSp>
      <p:sp>
        <p:nvSpPr>
          <p:cNvPr id="4" name="正方形/長方形 3"/>
          <p:cNvSpPr/>
          <p:nvPr/>
        </p:nvSpPr>
        <p:spPr>
          <a:xfrm>
            <a:off x="11201856" y="5662629"/>
            <a:ext cx="712952" cy="10213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235650" y="5661114"/>
            <a:ext cx="6543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COUNT</a:t>
            </a:r>
          </a:p>
          <a:p>
            <a:endParaRPr lang="en-US" altLang="ja-JP" sz="1000" dirty="0"/>
          </a:p>
          <a:p>
            <a:endParaRPr kumimoji="1" lang="en-US" altLang="ja-JP" sz="1000" dirty="0"/>
          </a:p>
          <a:p>
            <a:r>
              <a:rPr lang="en-US" altLang="ja-JP" sz="1000" dirty="0"/>
              <a:t>NOLMA</a:t>
            </a:r>
            <a:endParaRPr kumimoji="1" lang="ja-JP" altLang="en-US" sz="10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337759" y="5810526"/>
            <a:ext cx="44114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 0</a:t>
            </a:r>
            <a:endParaRPr lang="en-US" altLang="ja-JP" sz="1400" dirty="0"/>
          </a:p>
          <a:p>
            <a:r>
              <a:rPr kumimoji="1" lang="en-US" altLang="ja-JP" sz="1400" dirty="0"/>
              <a:t> </a:t>
            </a:r>
            <a:endParaRPr kumimoji="1" lang="en-US" altLang="ja-JP" dirty="0"/>
          </a:p>
          <a:p>
            <a:r>
              <a:rPr lang="en-US" altLang="ja-JP" dirty="0"/>
              <a:t>30</a:t>
            </a:r>
            <a:endParaRPr kumimoji="1" lang="ja-JP" altLang="en-US" dirty="0"/>
          </a:p>
        </p:txBody>
      </p:sp>
      <p:sp>
        <p:nvSpPr>
          <p:cNvPr id="11" name="星 5 10"/>
          <p:cNvSpPr/>
          <p:nvPr/>
        </p:nvSpPr>
        <p:spPr>
          <a:xfrm>
            <a:off x="8681463" y="3076924"/>
            <a:ext cx="360000" cy="36000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11303363" y="5035450"/>
            <a:ext cx="540000" cy="54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335" y="4988422"/>
            <a:ext cx="634056" cy="63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3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265</Words>
  <Application>Microsoft Office PowerPoint</Application>
  <PresentationFormat>ワイド画面</PresentationFormat>
  <Paragraphs>70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游ゴシック</vt:lpstr>
      <vt:lpstr>游ゴシック Light</vt:lpstr>
      <vt:lpstr>Arial</vt:lpstr>
      <vt:lpstr>Arial Black</vt:lpstr>
      <vt:lpstr>Brush Script MT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GA1A</dc:creator>
  <cp:lastModifiedBy>陽樹 安原</cp:lastModifiedBy>
  <cp:revision>67</cp:revision>
  <dcterms:created xsi:type="dcterms:W3CDTF">2024-10-07T01:48:51Z</dcterms:created>
  <dcterms:modified xsi:type="dcterms:W3CDTF">2024-10-12T00:08:42Z</dcterms:modified>
</cp:coreProperties>
</file>